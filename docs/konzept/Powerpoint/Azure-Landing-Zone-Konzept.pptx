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 · Bechtle-Empfehlung: 1 Region ·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Bechtle-Empfehlung vs. Microsoft-Default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Bechtle-Empfehlung: 1× Hub-VNet GWC 10.0.0.0/22 – alle Kernfunktionen, eine Region, ~€1.050/Monat</a:t>
            </a:r>
          </a:p>
          <a:p>
            <a:pPr/>
            <a:r>
              <a:rPr sz="1300"/>
              <a:t>Microsoft-Default: 2× Hub-VNets (GWC + NE) – alle Dienste, beide Regionen, ~€5.800/Monat</a:t>
            </a:r>
          </a:p>
          <a:p>
            <a:pPr/>
            <a:r>
              <a:rPr sz="1300"/>
              <a:t>Azure Firewall Standard (1×): ~€700/Monat  [Default: Premium 2× = ~€2.200]</a:t>
            </a:r>
          </a:p>
          <a:p>
            <a:pPr/>
            <a:r>
              <a:rPr sz="1300"/>
              <a:t>Azure Bastion Standard (1×): ~€120/Monat  [Default: 2× = €240]</a:t>
            </a:r>
          </a:p>
          <a:p>
            <a:pPr/>
            <a:r>
              <a:rPr sz="1300"/>
              <a:t>VPN Gateway VpnGw1AZ (1×): ~€140/Monat  [Default: 2× = €280]</a:t>
            </a:r>
          </a:p>
          <a:p>
            <a:pPr/>
            <a:r>
              <a:rPr sz="1300"/>
              <a:t>ExpressRoute Gateway: deaktiviert – bei ER-Leitung aktivieren [Default: 2× = €560]</a:t>
            </a:r>
          </a:p>
          <a:p>
            <a:pPr/>
            <a:r>
              <a:rPr sz="1300"/>
              <a:t>DDoS Protection: deaktiviert – bei internet-facing Workloads aktivieren [Default: €2.500]</a:t>
            </a:r>
          </a:p>
          <a:p>
            <a:pPr/>
            <a:r>
              <a:rPr sz="1300"/>
              <a:t>Private DNS Zones + DNS Resolver: aktiv – unveraendert  ~€40/Monat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Bechtle-Empfehlung: ~€1.050/Monat – voller Funktionsumfang, eine Region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€0 → €1.050 → €5.800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Stufe 1 – Governance-Pilot: network_type: none → MGs + volles Policy-Set + Logging  ca. €50/Monat (nur LAW)</a:t>
            </a:r>
          </a:p>
          <a:p>
            <a:pPr/>
            <a:r>
              <a:rPr sz="1300"/>
              <a:t>Stufe 2 – Bechtle-Empfehlung: Firewall Standard, 1 Region, kein DDoS/ER  →  ~€1.050/Monat</a:t>
            </a:r>
          </a:p>
          <a:p>
            <a:pPr lvl="1"/>
            <a:r>
              <a:rPr sz="1300"/>
              <a:t>  Firewall Standard 1×: ~€700  |  Bastion 1×: ~€120  |  VPN GW 1×: ~€140  |  DNS: ~€40  |  LAW: ~€50</a:t>
            </a:r>
          </a:p>
          <a:p>
            <a:pPr/>
            <a:r>
              <a:rPr sz="1300"/>
              <a:t>Stufe 3 – Geo-Redundanz: + Sekundar-Hub NE  →  ~€1.800/Monat</a:t>
            </a:r>
          </a:p>
          <a:p>
            <a:pPr/>
            <a:r>
              <a:rPr sz="1300"/>
              <a:t>Stufe 4 – Firewall Premium: IDPS / TLS / URL-Filterung  →  ~€2.400/Monat</a:t>
            </a:r>
          </a:p>
          <a:p>
            <a:pPr/>
            <a:r>
              <a:rPr sz="1300"/>
              <a:t>Stufe 5 – DDoS Protection: bei internet-facing Workloads  →  ~€4.900/Monat</a:t>
            </a:r>
          </a:p>
          <a:p>
            <a:pPr/>
            <a:r>
              <a:rPr sz="1300"/>
              <a:t>Stufe 6 – Microsoft-Default: alle Dienste, beide Regionen  →  ~€5.800/Monat</a:t>
            </a:r>
          </a:p>
          <a:p>
            <a:pPr/>
            <a:r>
              <a:rPr sz="1300"/>
              <a:t>Alle Stufen sind additive Aenderungen – kein Rueckbau erforderlich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Pilot  ~€50/Monat  (network_type: none)</a:t>
            </a:r>
          </a:p>
          <a:p>
            <a:pPr lvl="1"/>
            <a:r>
              <a:rPr sz="1100"/>
              <a:t>+ Nullrisiko; volles Governance-Set (MGs, Policies, Logging)</a:t>
            </a:r>
          </a:p>
          <a:p>
            <a:pPr lvl="1"/>
            <a:r>
              <a:rPr sz="1100"/>
              <a:t>– Keine Netzwerkkonnektivität; Workloads nicht deploybar</a:t>
            </a:r>
          </a:p>
          <a:p>
            <a:pPr lvl="1"/>
            <a:r>
              <a:rPr sz="1100"/>
              <a:t>  Empfehlung: Einstieg, PoC, Compliance-Audit ohne Netzwerkbedarf</a:t>
            </a:r>
          </a:p>
          <a:p>
            <a:pPr/>
            <a:r>
              <a:rPr sz="1100"/>
              <a:t>Bechtle-Empfehlung  ~€1.050/Monat  (Standard FW, 1 Region)</a:t>
            </a:r>
          </a:p>
          <a:p>
            <a:pPr lvl="1"/>
            <a:r>
              <a:rPr sz="1100"/>
              <a:t>+ Voller Funktionsumfang; 4× günstiger als Microsoft-Default</a:t>
            </a:r>
          </a:p>
          <a:p>
            <a:pPr lvl="1"/>
            <a:r>
              <a:rPr sz="1100"/>
              <a:t>+ Firewall, Bastion, VPN, DNS aktiv; In-Place-Upgrade auf Premium möglich</a:t>
            </a:r>
          </a:p>
          <a:p>
            <a:pPr lvl="1"/>
            <a:r>
              <a:rPr sz="1100"/>
              <a:t>– Keine zweite Region; kein IDPS/TLS; kein DDoS-Schutz</a:t>
            </a:r>
          </a:p>
          <a:p>
            <a:pPr lvl="1"/>
            <a:r>
              <a:rPr sz="1100"/>
              <a:t>  Empfehlung: Standard-Produktionsumgebungen, erste Workloads</a:t>
            </a:r>
          </a:p>
          <a:p>
            <a:pPr/>
            <a:r>
              <a:rPr sz="1100"/>
              <a:t>Geo-Redundanz  ~€1.800/Monat  (+ Hub North Europe)</a:t>
            </a:r>
          </a:p>
          <a:p>
            <a:pPr lvl="1"/>
            <a:r>
              <a:rPr sz="1100"/>
              <a:t>+ Regionale Ausfallsicherheit; zwei unabhängige Netzwerkhubs</a:t>
            </a:r>
          </a:p>
          <a:p>
            <a:pPr lvl="1"/>
            <a:r>
              <a:rPr sz="1100"/>
              <a:t>– Doppelte Netzwerkkosten; erhöhte Betriebskomplexität</a:t>
            </a:r>
          </a:p>
          <a:p>
            <a:pPr lvl="1"/>
            <a:r>
              <a:rPr sz="1100"/>
              <a:t>  Empfehlung: SLA-kritische Systeme, Multi-Region-Anforderungen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Firewall Premium  ~€2.400/Monat  (+ IDPS / TLS-Inspektion)</a:t>
            </a:r>
          </a:p>
          <a:p>
            <a:pPr lvl="1"/>
            <a:r>
              <a:rPr sz="1100"/>
              <a:t>+ IDPS, TLS-Inspektion, URL-Filterung; In-Place-Upgrade ohne Rebuild</a:t>
            </a:r>
          </a:p>
          <a:p>
            <a:pPr lvl="1"/>
            <a:r>
              <a:rPr sz="1100"/>
              <a:t>– +€1.350 ggü. Bechtle-Empfehlung; Zertifikat-Rollout erforderlich</a:t>
            </a:r>
          </a:p>
          <a:p>
            <a:pPr lvl="1"/>
            <a:r>
              <a:rPr sz="1100"/>
              <a:t>  Empfehlung: Hohe Sicherheitsanforderungen, regulierte Branchen</a:t>
            </a:r>
          </a:p>
          <a:p>
            <a:pPr/>
            <a:r>
              <a:rPr sz="1100"/>
              <a:t>DDoS Protection  ~€4.900/Monat  (+ Network Protection Plan)</a:t>
            </a:r>
          </a:p>
          <a:p>
            <a:pPr lvl="1"/>
            <a:r>
              <a:rPr sz="1100"/>
              <a:t>+ Vollständiger DDoS-Schutz für alle öffentlichen IPs; SLA-Garantie</a:t>
            </a:r>
          </a:p>
          <a:p>
            <a:pPr lvl="1"/>
            <a:r>
              <a:rPr sz="1100"/>
              <a:t>– ~€2.500/Monat Fixkosten (Plan Fee), unabhängig von Angriffen</a:t>
            </a:r>
          </a:p>
          <a:p>
            <a:pPr lvl="1"/>
            <a:r>
              <a:rPr sz="1100"/>
              <a:t>  Empfehlung: Nur bei internet-facing Workloads mit realem DDoS-Risiko</a:t>
            </a:r>
          </a:p>
          <a:p>
            <a:pPr/>
            <a:r>
              <a:rPr sz="1100"/>
              <a:t>Microsoft-Default  ~€5.800/Monat  (alle Dienste, 2 Regionen)</a:t>
            </a:r>
          </a:p>
          <a:p>
            <a:pPr lvl="1"/>
            <a:r>
              <a:rPr sz="1100"/>
              <a:t>+ Maximale Redundanz; Enterprise-Standard; Herstellerempfehlung</a:t>
            </a:r>
          </a:p>
          <a:p>
            <a:pPr lvl="1"/>
            <a:r>
              <a:rPr sz="1100"/>
              <a:t>– Höchste Kosten; viele Komponenten initial ungenutzt; Overkill für Start</a:t>
            </a:r>
          </a:p>
          <a:p>
            <a:pPr lvl="1"/>
            <a:r>
              <a:rPr sz="1100"/>
              <a:t>  Empfehlung: Unternehmenskritische Systeme mit strengster Compliance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