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Governance · Sicherheit · Netzwerk
als Code – reproduzierbar und auditfähig.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100"/>
              <a:t>Management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/>
              <a:t>Bechtle setzt auf den Microsoft ALZ Bicep Accelerator: 149 Policies · 12 MGs · 18 Deploy-Stufen · OIDC · ~€1.050/Monat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alz-hub-spok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14133" r="1413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Hub-and-Spoke-Topologie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Bechtle-Empfehlung: GWC · Firewall Standard · ~€1.050/Mon.</a:t>
            </a:r>
          </a:p>
          <a:p>
            <a:pPr/>
            <a:r>
              <a:rPr sz="1100"/>
              <a:t>Connectivity Sub: Firewall · Bastion · VPN GW · DNS Resolver</a:t>
            </a:r>
          </a:p>
          <a:p>
            <a:pPr/>
            <a:r>
              <a:rPr sz="1100"/>
              <a:t>Landing Zones: alz-corp · alz-online · alz-sandbox</a:t>
            </a:r>
          </a:p>
          <a:p>
            <a:pPr/>
            <a:r>
              <a:rPr sz="1100"/>
              <a:t>On-Prem: VPN aktiv · ExpressRoute deferred</a:t>
            </a:r>
          </a:p>
          <a:p>
            <a:pPr/>
            <a:r>
              <a:rPr sz="1100"/>
              <a:t>SIEM: CrowdStrike via Event-Hub-Export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Vollständig per ALZ Bicep Accelerator deployt</a:t>
            </a:r>
          </a:p>
          <a:p>
            <a:pPr/>
            <a:r>
              <a:rPr sz="1100"/>
              <a:t>149 Definitionen · 42 Initiativen · 123 Assignments</a:t>
            </a:r>
          </a:p>
          <a:p>
            <a:pPr/>
            <a:r>
              <a:rPr sz="1100"/>
              <a:t>DoNotEnforce: Audit-Modus schützt Bestandsressourcen</a:t>
            </a:r>
          </a:p>
          <a:p>
            <a:pPr/>
            <a:r>
              <a:rPr sz="1100"/>
              <a:t>What-If vor jedem Subscription-Move</a:t>
            </a:r>
          </a:p>
          <a:p>
            <a:pPr/>
            <a:r>
              <a:rPr sz="1100"/>
              <a:t>Exemptions für Legacy-Ressourcen möglich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  <p:pic>
        <p:nvPicPr>
          <p:cNvPr id="5" name="Picture Placeholder 4" descr="alz-mg-hierarchy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5306" r="35306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Connectivity Subscription im Detail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Azure Firewall Standard: FQDN · NAT · Threat Intel · ~€700/Mon.</a:t>
            </a:r>
          </a:p>
          <a:p>
            <a:pPr/>
            <a:r>
              <a:rPr sz="1100"/>
              <a:t>VPN GW VpnGw1AZ: ~€140/Mon.  |  Bastion: RDP/SSH ohne Public IP · ~€120</a:t>
            </a:r>
          </a:p>
          <a:p>
            <a:pPr/>
            <a:r>
              <a:rPr sz="1100"/>
              <a:t>Key Vault: Zertifikate für Monitoring-TLS</a:t>
            </a:r>
          </a:p>
          <a:p>
            <a:pPr/>
            <a:r>
              <a:rPr sz="1100"/>
              <a:t>Event Hub → CrowdStrike SIEM (Log-Export)</a:t>
            </a:r>
          </a:p>
          <a:p>
            <a:pPr/>
            <a:r>
              <a:rPr sz="1100"/>
              <a:t>UDR: aller Spoke-Traffic zwingend über Firewall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  <p:pic>
        <p:nvPicPr>
          <p:cNvPr id="5" name="Picture Placeholder 4" descr="alz-hub-spok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23519" r="23519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Microsoft-Default vs. Bechtle-Empfehlung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Microsoft-Default  ~€5.800/Mon.</a:t>
            </a:r>
          </a:p>
          <a:p>
            <a:pPr lvl="1"/>
            <a:r>
              <a:rPr sz="1200"/>
              <a:t>Azure Firewall Premium 2× · ~€2.200</a:t>
            </a:r>
          </a:p>
          <a:p>
            <a:pPr lvl="1"/>
            <a:r>
              <a:rPr sz="1200"/>
              <a:t>DDoS Network Protection · ~€2.500</a:t>
            </a:r>
          </a:p>
          <a:p>
            <a:pPr lvl="1"/>
            <a:r>
              <a:rPr sz="1200"/>
              <a:t>ExpressRoute GW 2× · ~€560</a:t>
            </a:r>
          </a:p>
          <a:p>
            <a:pPr lvl="1"/>
            <a:r>
              <a:rPr sz="1200"/>
              <a:t>VPN GW 2× · ~€280</a:t>
            </a:r>
          </a:p>
          <a:p>
            <a:pPr lvl="1"/>
            <a:r>
              <a:rPr sz="1200"/>
              <a:t>Azure Bastion 2× · ~€240</a:t>
            </a:r>
          </a:p>
          <a:p>
            <a:pPr lvl="1"/>
            <a:r>
              <a:rPr sz="1200"/>
              <a:t>2 Regionen: GWC + North Europe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Bechtle-Empfehlung  ~€1.050/Mon.</a:t>
            </a:r>
          </a:p>
          <a:p>
            <a:pPr lvl="1"/>
            <a:r>
              <a:rPr sz="1200"/>
              <a:t>Azure Firewall Standard 1× · ~€700</a:t>
            </a:r>
          </a:p>
          <a:p>
            <a:pPr lvl="1"/>
            <a:r>
              <a:rPr sz="1200"/>
              <a:t>DDoS: deferred (bei Bedarf aktivieren)</a:t>
            </a:r>
          </a:p>
          <a:p>
            <a:pPr lvl="1"/>
            <a:r>
              <a:rPr sz="1200"/>
              <a:t>ExpressRoute GW: deferred</a:t>
            </a:r>
          </a:p>
          <a:p>
            <a:pPr lvl="1"/>
            <a:r>
              <a:rPr sz="1200"/>
              <a:t>VPN GW 1× · ~€140</a:t>
            </a:r>
          </a:p>
          <a:p>
            <a:pPr lvl="1"/>
            <a:r>
              <a:rPr sz="1200"/>
              <a:t>Azure Bastion 1× · ~€120</a:t>
            </a:r>
          </a:p>
          <a:p>
            <a:pPr lvl="1"/>
            <a:r>
              <a:rPr sz="1200"/>
              <a:t>1 Region: Germany West Central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~€1.050 / Monat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100"/>
              <a:t>Kosten und Kostensteuerung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/>
              <a:t>Bechtle-Empfehlung: voller Funktionsumfang, eine Region, ALZ-konform – 4× günstiger als Microsoft-Default (~€5.800)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Vier Konfigurationen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Option A – Bechtle-Standard  ~€1.050/Monat  (Baseline)</a:t>
            </a:r>
          </a:p>
          <a:p>
            <a:pPr lvl="1"/>
            <a:r>
              <a:rPr sz="1100"/>
              <a:t>FW Standard 1× ~€700 | VPN GW 1× ~€140 | Bastion ~€120 | DNS ~€25 | LAW ~€50</a:t>
            </a:r>
          </a:p>
          <a:p>
            <a:pPr lvl="1"/>
            <a:r>
              <a:rPr sz="1100"/>
              <a:t>ALZ-konform: Ja  |  Differenz: Referenz</a:t>
            </a:r>
          </a:p>
          <a:p>
            <a:pPr/>
            <a:r>
              <a:rPr sz="1100"/>
              <a:t>Option B – Bechtle-Optimiert  ~€770/Monat  (ALZ-konform)</a:t>
            </a:r>
          </a:p>
          <a:p>
            <a:pPr lvl="1"/>
            <a:r>
              <a:rPr sz="1100"/>
              <a:t>FW Standard reserved ~€560 | VPN Gateway deferred (€0) | Bastion ~€120 | DNS ~€25 | LAW ~€50</a:t>
            </a:r>
          </a:p>
          <a:p>
            <a:pPr lvl="1"/>
            <a:r>
              <a:rPr sz="1100"/>
              <a:t>ALZ-konform: Ja  |  Differenz: −€280/Mon. (26 % günstiger)</a:t>
            </a:r>
          </a:p>
          <a:p>
            <a:pPr/>
            <a:r>
              <a:rPr sz="1100"/>
              <a:t>Option C – Bechtle-Budget  ~€500/Monat  (⚠ ALZ-Bruch)</a:t>
            </a:r>
          </a:p>
          <a:p>
            <a:pPr lvl="1"/>
            <a:r>
              <a:rPr sz="1100"/>
              <a:t>FW Basic ~€300 | VPN Gateway deferred (€0) | Bastion ~€120 | DNS ~€25 | LAW ~€50</a:t>
            </a:r>
          </a:p>
          <a:p>
            <a:pPr lvl="1"/>
            <a:r>
              <a:rPr sz="1100"/>
              <a:t>ALZ-konform: NEIN  |  Differenz: −€550/Mon. (52 % günstiger)</a:t>
            </a:r>
          </a:p>
          <a:p>
            <a:pPr lvl="1"/>
            <a:r>
              <a:rPr sz="1100"/>
              <a:t>Bruch: Firewall Basic = keine App-Rules, kein Threat Intel, kein Autoscaling</a:t>
            </a:r>
          </a:p>
          <a:p>
            <a:pPr/>
            <a:r>
              <a:rPr sz="1100"/>
              <a:t>Option D – Microsoft-Default  ~€5.800/Monat  (maximaler Standard)</a:t>
            </a:r>
          </a:p>
          <a:p>
            <a:pPr lvl="1"/>
            <a:r>
              <a:rPr sz="1100"/>
              <a:t>FW Premium 2× ~€2.200 | DDoS Plan ~€2.500 | ER GW 2× ~€560 | VPN 2× | Bastion 2× | 2 Regionen</a:t>
            </a:r>
          </a:p>
          <a:p>
            <a:pPr lvl="1"/>
            <a:r>
              <a:rPr sz="1100"/>
              <a:t>ALZ-konform: Ja (vollständig)  |  Differenz: +€4.750/Mon. (452 % teurer als A)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