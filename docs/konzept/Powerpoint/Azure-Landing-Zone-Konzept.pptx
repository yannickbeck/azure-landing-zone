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2" r:id="rId5"/>
    <p:sldMasterId id="2147483724" r:id="rId6"/>
    <p:sldMasterId id="2147483756" r:id="rId7"/>
  </p:sldMasterIdLst>
  <p:notesMasterIdLst>
    <p:notesMasterId r:id="rId231"/>
  </p:notesMasterIdLst>
  <p:handoutMasterIdLst>
    <p:handoutMasterId r:id="rId232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</p:sldIdLst>
  <p:sldSz cx="12192000" cy="6858000"/>
  <p:notesSz cx="7099300" cy="10234613"/>
  <p:custDataLst>
    <p:tags r:id="rId23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s findest du in dieser Datei" id="{BAF4679B-3BEE-4DFF-A927-A4CB55588B50}">
          <p14:sldIdLst>
            <p14:sldId id="525"/>
            <p14:sldId id="660"/>
          </p14:sldIdLst>
        </p14:section>
        <p14:section name="Informationen und Tipps" id="{999E5D0C-F7D5-4821-B6A4-00E25FA82550}">
          <p14:sldIdLst>
            <p14:sldId id="265"/>
            <p14:sldId id="264"/>
            <p14:sldId id="683"/>
            <p14:sldId id="499"/>
            <p14:sldId id="266"/>
            <p14:sldId id="267"/>
            <p14:sldId id="454"/>
          </p14:sldIdLst>
        </p14:section>
        <p14:section name="Titelfolien" id="{95FB4696-0FC0-4A1F-93B9-2338B50E7525}">
          <p14:sldIdLst>
            <p14:sldId id="298"/>
            <p14:sldId id="566"/>
            <p14:sldId id="565"/>
            <p14:sldId id="453"/>
            <p14:sldId id="303"/>
          </p14:sldIdLst>
        </p14:section>
        <p14:section name="Agenda" id="{F95DD804-483C-4B28-8913-901AB01B7C72}">
          <p14:sldIdLst>
            <p14:sldId id="507"/>
            <p14:sldId id="312"/>
            <p14:sldId id="310"/>
            <p14:sldId id="498"/>
            <p14:sldId id="308"/>
            <p14:sldId id="500"/>
            <p14:sldId id="704"/>
          </p14:sldIdLst>
        </p14:section>
        <p14:section name="Kapiteltrenner" id="{64FC9E50-38EA-4936-BE48-4DAF753CFE63}">
          <p14:sldIdLst>
            <p14:sldId id="318"/>
            <p14:sldId id="315"/>
            <p14:sldId id="317"/>
          </p14:sldIdLst>
        </p14:section>
        <p14:section name="Bildfolien" id="{5E23AECF-3C90-4F09-AA63-2F6D6587ACE0}">
          <p14:sldIdLst>
            <p14:sldId id="580"/>
            <p14:sldId id="406"/>
            <p14:sldId id="460"/>
            <p14:sldId id="461"/>
            <p14:sldId id="462"/>
            <p14:sldId id="463"/>
            <p14:sldId id="322"/>
            <p14:sldId id="335"/>
            <p14:sldId id="323"/>
            <p14:sldId id="324"/>
            <p14:sldId id="336"/>
            <p14:sldId id="325"/>
            <p14:sldId id="326"/>
            <p14:sldId id="327"/>
            <p14:sldId id="337"/>
            <p14:sldId id="497"/>
            <p14:sldId id="330"/>
            <p14:sldId id="331"/>
            <p14:sldId id="332"/>
            <p14:sldId id="457"/>
          </p14:sldIdLst>
        </p14:section>
        <p14:section name="Textfolien" id="{825F2337-0C1B-4544-A75A-82F53B3D01E9}">
          <p14:sldIdLst>
            <p14:sldId id="571"/>
            <p14:sldId id="334"/>
            <p14:sldId id="501"/>
            <p14:sldId id="358"/>
            <p14:sldId id="359"/>
            <p14:sldId id="360"/>
            <p14:sldId id="383"/>
            <p14:sldId id="443"/>
            <p14:sldId id="444"/>
          </p14:sldIdLst>
        </p14:section>
        <p14:section name="Boxen" id="{887DD3B4-601E-4A99-9AB8-D52934552741}">
          <p14:sldIdLst>
            <p14:sldId id="356"/>
            <p14:sldId id="339"/>
            <p14:sldId id="355"/>
            <p14:sldId id="434"/>
            <p14:sldId id="435"/>
            <p14:sldId id="436"/>
            <p14:sldId id="441"/>
            <p14:sldId id="442"/>
          </p14:sldIdLst>
        </p14:section>
        <p14:section name="KPIs" id="{34F6AADD-6E30-4EC3-9BC1-FC7310920003}">
          <p14:sldIdLst>
            <p14:sldId id="431"/>
            <p14:sldId id="432"/>
            <p14:sldId id="504"/>
            <p14:sldId id="433"/>
            <p14:sldId id="414"/>
            <p14:sldId id="415"/>
            <p14:sldId id="429"/>
          </p14:sldIdLst>
        </p14:section>
        <p14:section name="Diagramme" id="{0D9C0543-9441-4427-88EE-24C5DED195FF}">
          <p14:sldIdLst>
            <p14:sldId id="418"/>
            <p14:sldId id="344"/>
            <p14:sldId id="466"/>
            <p14:sldId id="369"/>
            <p14:sldId id="370"/>
            <p14:sldId id="391"/>
            <p14:sldId id="382"/>
            <p14:sldId id="503"/>
            <p14:sldId id="464"/>
            <p14:sldId id="409"/>
            <p14:sldId id="502"/>
            <p14:sldId id="416"/>
            <p14:sldId id="417"/>
            <p14:sldId id="372"/>
            <p14:sldId id="505"/>
            <p14:sldId id="430"/>
            <p14:sldId id="437"/>
            <p14:sldId id="438"/>
            <p14:sldId id="508"/>
            <p14:sldId id="528"/>
            <p14:sldId id="529"/>
            <p14:sldId id="530"/>
            <p14:sldId id="535"/>
            <p14:sldId id="548"/>
            <p14:sldId id="549"/>
            <p14:sldId id="439"/>
            <p14:sldId id="440"/>
          </p14:sldIdLst>
        </p14:section>
        <p14:section name="Prozesse" id="{1B11EA57-93B3-47F2-9B90-0AB77BC83411}">
          <p14:sldIdLst>
            <p14:sldId id="424"/>
            <p14:sldId id="425"/>
            <p14:sldId id="427"/>
            <p14:sldId id="426"/>
            <p14:sldId id="428"/>
            <p14:sldId id="506"/>
            <p14:sldId id="421"/>
            <p14:sldId id="422"/>
            <p14:sldId id="423"/>
            <p14:sldId id="419"/>
            <p14:sldId id="420"/>
          </p14:sldIdLst>
        </p14:section>
        <p14:section name="Tabellen" id="{6789B9EC-5C9E-473A-A51D-206E6B68FEEA}">
          <p14:sldIdLst>
            <p14:sldId id="459"/>
            <p14:sldId id="452"/>
            <p14:sldId id="451"/>
            <p14:sldId id="543"/>
            <p14:sldId id="542"/>
          </p14:sldIdLst>
        </p14:section>
        <p14:section name="Karten" id="{2A6E0D94-A914-414C-B8D5-A1EAE1B032CD}">
          <p14:sldIdLst>
            <p14:sldId id="445"/>
            <p14:sldId id="446"/>
            <p14:sldId id="509"/>
            <p14:sldId id="510"/>
            <p14:sldId id="669"/>
            <p14:sldId id="676"/>
            <p14:sldId id="678"/>
            <p14:sldId id="670"/>
            <p14:sldId id="672"/>
            <p14:sldId id="681"/>
            <p14:sldId id="677"/>
            <p14:sldId id="673"/>
            <p14:sldId id="674"/>
            <p14:sldId id="675"/>
            <p14:sldId id="671"/>
            <p14:sldId id="679"/>
            <p14:sldId id="680"/>
            <p14:sldId id="682"/>
            <p14:sldId id="447"/>
          </p14:sldIdLst>
        </p14:section>
        <p14:section name="Organisations-Diagramme und Kontakt" id="{C79F1A60-18B4-4B57-9033-91B2B0484E1D}">
          <p14:sldIdLst>
            <p14:sldId id="581"/>
            <p14:sldId id="448"/>
            <p14:sldId id="449"/>
            <p14:sldId id="450"/>
          </p14:sldIdLst>
        </p14:section>
        <p14:section name="Mockups" id="{5322BF5D-C5A0-4691-ACF2-B503FBDF86FF}">
          <p14:sldIdLst>
            <p14:sldId id="703"/>
            <p14:sldId id="689"/>
            <p14:sldId id="690"/>
            <p14:sldId id="691"/>
            <p14:sldId id="692"/>
            <p14:sldId id="693"/>
            <p14:sldId id="694"/>
            <p14:sldId id="695"/>
            <p14:sldId id="697"/>
            <p14:sldId id="698"/>
          </p14:sldIdLst>
        </p14:section>
        <p14:section name="Colorway - Green" id="{74EFC8BC-786A-4252-AF9C-495F7B1A6FB7}">
          <p14:sldIdLst>
            <p14:sldId id="523"/>
            <p14:sldId id="456"/>
            <p14:sldId id="455"/>
            <p14:sldId id="685"/>
            <p14:sldId id="465"/>
            <p14:sldId id="536"/>
            <p14:sldId id="468"/>
            <p14:sldId id="493"/>
            <p14:sldId id="467"/>
            <p14:sldId id="702"/>
          </p14:sldIdLst>
        </p14:section>
        <p14:section name="Animierte Folien" id="{7A9D2222-273E-4B03-8724-9D858C8E2CE5}">
          <p14:sldIdLst>
            <p14:sldId id="524"/>
            <p14:sldId id="612"/>
            <p14:sldId id="512"/>
            <p14:sldId id="518"/>
            <p14:sldId id="537"/>
            <p14:sldId id="613"/>
            <p14:sldId id="586"/>
            <p14:sldId id="590"/>
            <p14:sldId id="594"/>
            <p14:sldId id="598"/>
            <p14:sldId id="602"/>
            <p14:sldId id="513"/>
            <p14:sldId id="519"/>
            <p14:sldId id="538"/>
            <p14:sldId id="583"/>
            <p14:sldId id="587"/>
            <p14:sldId id="592"/>
            <p14:sldId id="595"/>
            <p14:sldId id="599"/>
            <p14:sldId id="603"/>
            <p14:sldId id="514"/>
            <p14:sldId id="520"/>
            <p14:sldId id="539"/>
            <p14:sldId id="584"/>
            <p14:sldId id="588"/>
            <p14:sldId id="591"/>
            <p14:sldId id="596"/>
            <p14:sldId id="600"/>
            <p14:sldId id="604"/>
            <p14:sldId id="515"/>
            <p14:sldId id="521"/>
            <p14:sldId id="540"/>
            <p14:sldId id="585"/>
            <p14:sldId id="589"/>
            <p14:sldId id="593"/>
            <p14:sldId id="597"/>
            <p14:sldId id="601"/>
            <p14:sldId id="605"/>
          </p14:sldIdLst>
        </p14:section>
        <p14:section name="Icons" id="{71126337-F040-4777-A4CB-5BABC1C99E36}">
          <p14:sldIdLst>
            <p14:sldId id="579"/>
            <p14:sldId id="665"/>
            <p14:sldId id="666"/>
            <p14:sldId id="668"/>
          </p14:sldIdLst>
        </p14:section>
        <p14:section name="Illustrationen" id="{7984C44B-85AB-4F11-8690-4D375C8AF557}">
          <p14:sldIdLst>
            <p14:sldId id="651"/>
            <p14:sldId id="618"/>
            <p14:sldId id="656"/>
            <p14:sldId id="657"/>
            <p14:sldId id="658"/>
            <p14:sldId id="653"/>
            <p14:sldId id="652"/>
            <p14:sldId id="654"/>
            <p14:sldId id="655"/>
            <p14:sldId id="620"/>
            <p14:sldId id="647"/>
            <p14:sldId id="649"/>
            <p14:sldId id="648"/>
            <p14:sldId id="621"/>
            <p14:sldId id="646"/>
            <p14:sldId id="650"/>
            <p14:sldId id="630"/>
            <p14:sldId id="639"/>
            <p14:sldId id="640"/>
            <p14:sldId id="641"/>
            <p14:sldId id="659"/>
            <p14:sldId id="643"/>
            <p14:sldId id="644"/>
            <p14:sldId id="645"/>
            <p14:sldId id="608"/>
            <p14:sldId id="607"/>
          </p14:sldIdLst>
        </p14:section>
        <p14:section name="Ende" id="{D7AB07AB-F725-495C-8C4A-6613C1B9E3B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48"/>
    <p:restoredTop sz="94658"/>
  </p:normalViewPr>
  <p:slideViewPr>
    <p:cSldViewPr snapToGrid="0">
      <p:cViewPr varScale="1">
        <p:scale>
          <a:sx n="120" d="100"/>
          <a:sy n="12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231" Type="http://schemas.openxmlformats.org/officeDocument/2006/relationships/notesMaster" Target="notesMasters/notesMaster1.xml"/><Relationship Id="rId232" Type="http://schemas.openxmlformats.org/officeDocument/2006/relationships/handoutMaster" Target="handoutMasters/handoutMaster1.xml"/><Relationship Id="rId233" Type="http://schemas.openxmlformats.org/officeDocument/2006/relationships/tags" Target="tags/tag1.xml"/><Relationship Id="rId234" Type="http://schemas.openxmlformats.org/officeDocument/2006/relationships/presProps" Target="presProps.xml"/><Relationship Id="rId235" Type="http://schemas.openxmlformats.org/officeDocument/2006/relationships/viewProps" Target="viewProps.xml"/><Relationship Id="rId236" Type="http://schemas.openxmlformats.org/officeDocument/2006/relationships/theme" Target="theme/theme1.xml"/><Relationship Id="rId237" Type="http://schemas.openxmlformats.org/officeDocument/2006/relationships/tableStyles" Target="tableStyles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7350091-F8DF-3477-E814-92AAFB536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90830" y="511836"/>
            <a:ext cx="4891875" cy="21864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A51960-02DA-7139-20BE-00C56F1F35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382705" y="511836"/>
            <a:ext cx="1229991" cy="218648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A6A90D1F-CF02-4C11-8EDB-61005DCAAE12}" type="datetimeFigureOut">
              <a:rPr lang="de-DE" sz="1000" b="1" smtClean="0"/>
              <a:t>16.06.26</a:t>
            </a:fld>
            <a:endParaRPr lang="de-DE" sz="1000" b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DF5918-7020-D50C-E83E-19458F935D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90830" y="9612526"/>
            <a:ext cx="4891875" cy="21864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29D7D2-9391-5978-194C-DA84073720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382705" y="9612526"/>
            <a:ext cx="1229991" cy="21864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1E9124F1-E0FB-4D1E-AF8C-43E309133DE2}" type="slidenum">
              <a:rPr lang="de-DE" sz="1000" b="1" smtClean="0"/>
              <a:t>‹#›</a:t>
            </a:fld>
            <a:endParaRPr lang="de-DE" sz="1000" b="1"/>
          </a:p>
        </p:txBody>
      </p:sp>
    </p:spTree>
    <p:extLst>
      <p:ext uri="{BB962C8B-B14F-4D97-AF65-F5344CB8AC3E}">
        <p14:creationId xmlns:p14="http://schemas.microsoft.com/office/powerpoint/2010/main" val="18305216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6" userDrawn="1">
          <p15:clr>
            <a:srgbClr val="F26B43"/>
          </p15:clr>
        </p15:guide>
      </p15:sldGuideLst>
    </p:ext>
  </p:extLst>
</p:handout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36725" y="547973"/>
            <a:ext cx="5265153" cy="25103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0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01878" y="547973"/>
            <a:ext cx="1178336" cy="25103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000" b="1"/>
            </a:lvl1pPr>
          </a:lstStyle>
          <a:p>
            <a:fld id="{1C80D397-D7B2-4ED6-9D84-4B834FD1C987}" type="datetimeFigureOut">
              <a:rPr lang="de-DE" smtClean="0"/>
              <a:pPr/>
              <a:t>16.06.26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36725" y="1036592"/>
            <a:ext cx="6443488" cy="3625023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36725" y="4833939"/>
            <a:ext cx="6443488" cy="46038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36725" y="9721107"/>
            <a:ext cx="5265153" cy="25226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01878" y="9721107"/>
            <a:ext cx="1178336" cy="251039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000" b="1"/>
            </a:lvl1pPr>
          </a:lstStyle>
          <a:p>
            <a:fld id="{8CDD6A4E-9D19-4019-8148-055192F0DE3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08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egoe UI" panose="020B0502040204020203" pitchFamily="34" charset="0"/>
      <a:buNone/>
      <a:defRPr sz="1000" b="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lnSpc>
        <a:spcPct val="120000"/>
      </a:lnSpc>
      <a:spcBef>
        <a:spcPts val="0"/>
      </a:spcBef>
      <a:spcAft>
        <a:spcPts val="200"/>
      </a:spcAft>
      <a:buClr>
        <a:schemeClr val="accent1"/>
      </a:buClr>
      <a:buFont typeface="Segoe UI" panose="020B0502040204020203" pitchFamily="34" charset="0"/>
      <a:buChar char="­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44000" indent="-144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288000" indent="-144000" algn="l" defTabSz="914400" rtl="0" eaLnBrk="1" latinLnBrk="0" hangingPunct="1">
      <a:lnSpc>
        <a:spcPct val="120000"/>
      </a:lnSpc>
      <a:spcBef>
        <a:spcPts val="0"/>
      </a:spcBef>
      <a:spcAft>
        <a:spcPts val="200"/>
      </a:spcAft>
      <a:buClr>
        <a:schemeClr val="accent1"/>
      </a:buClr>
      <a:buSzPct val="80000"/>
      <a:buFont typeface="+mj-lt"/>
      <a:buAutoNum type="alphaLcPeriod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None/>
      <a:defRPr sz="1200" b="1" kern="1200">
        <a:solidFill>
          <a:schemeClr val="bg2"/>
        </a:solidFill>
        <a:latin typeface="+mn-lt"/>
        <a:ea typeface="+mn-ea"/>
        <a:cs typeface="+mn-cs"/>
      </a:defRPr>
    </a:lvl6pPr>
    <a:lvl7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600" kern="1200">
        <a:solidFill>
          <a:schemeClr val="tx1">
            <a:lumMod val="50000"/>
            <a:lumOff val="50000"/>
          </a:schemeClr>
        </a:solidFill>
        <a:latin typeface="+mn-lt"/>
        <a:ea typeface="+mn-ea"/>
        <a:cs typeface="+mn-cs"/>
      </a:defRPr>
    </a:lvl7pPr>
    <a:lvl8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600" kern="1200">
        <a:solidFill>
          <a:schemeClr val="tx1">
            <a:lumMod val="50000"/>
            <a:lumOff val="50000"/>
          </a:schemeClr>
        </a:solidFill>
        <a:latin typeface="+mn-lt"/>
        <a:ea typeface="+mn-ea"/>
        <a:cs typeface="+mn-cs"/>
      </a:defRPr>
    </a:lvl8pPr>
    <a:lvl9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600" kern="1200">
        <a:solidFill>
          <a:schemeClr val="tx1">
            <a:lumMod val="50000"/>
            <a:lumOff val="50000"/>
          </a:schemeClr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31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4271" userDrawn="1">
          <p15:clr>
            <a:srgbClr val="F26B43"/>
          </p15:clr>
        </p15:guide>
        <p15:guide id="4" orient="horz" pos="3045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bg>
      <p:bgPr>
        <a:gradFill>
          <a:gsLst>
            <a:gs pos="100000">
              <a:srgbClr val="2FFB95"/>
            </a:gs>
            <a:gs pos="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1A000D86-AB07-DE3F-0201-9D99D1175219}"/>
              </a:ext>
            </a:extLst>
          </p:cNvPr>
          <p:cNvSpPr/>
          <p:nvPr userDrawn="1"/>
        </p:nvSpPr>
        <p:spPr bwMode="gray">
          <a:xfrm>
            <a:off x="0" y="0"/>
            <a:ext cx="5937259" cy="6858000"/>
          </a:xfrm>
          <a:custGeom>
            <a:avLst/>
            <a:gdLst>
              <a:gd name="connsiteX0" fmla="*/ 0 w 5937259"/>
              <a:gd name="connsiteY0" fmla="*/ 0 h 6858000"/>
              <a:gd name="connsiteX1" fmla="*/ 1 w 5937259"/>
              <a:gd name="connsiteY1" fmla="*/ 0 h 6858000"/>
              <a:gd name="connsiteX2" fmla="*/ 576914 w 5937259"/>
              <a:gd name="connsiteY2" fmla="*/ 0 h 6858000"/>
              <a:gd name="connsiteX3" fmla="*/ 5937259 w 5937259"/>
              <a:gd name="connsiteY3" fmla="*/ 0 h 6858000"/>
              <a:gd name="connsiteX4" fmla="*/ 3576001 w 5937259"/>
              <a:gd name="connsiteY4" fmla="*/ 6857597 h 6858000"/>
              <a:gd name="connsiteX5" fmla="*/ 3576001 w 5937259"/>
              <a:gd name="connsiteY5" fmla="*/ 6858000 h 6858000"/>
              <a:gd name="connsiteX6" fmla="*/ 576914 w 5937259"/>
              <a:gd name="connsiteY6" fmla="*/ 6858000 h 6858000"/>
              <a:gd name="connsiteX7" fmla="*/ 1 w 5937259"/>
              <a:gd name="connsiteY7" fmla="*/ 6858000 h 6858000"/>
              <a:gd name="connsiteX8" fmla="*/ 0 w 5937259"/>
              <a:gd name="connsiteY8" fmla="*/ 6858000 h 6858000"/>
              <a:gd name="connsiteX0" fmla="*/ 0 w 5937259"/>
              <a:gd name="connsiteY0" fmla="*/ 0 h 6858000"/>
              <a:gd name="connsiteX1" fmla="*/ 1 w 5937259"/>
              <a:gd name="connsiteY1" fmla="*/ 0 h 6858000"/>
              <a:gd name="connsiteX2" fmla="*/ 5937259 w 5937259"/>
              <a:gd name="connsiteY2" fmla="*/ 0 h 6858000"/>
              <a:gd name="connsiteX3" fmla="*/ 3576001 w 5937259"/>
              <a:gd name="connsiteY3" fmla="*/ 6857597 h 6858000"/>
              <a:gd name="connsiteX4" fmla="*/ 3576001 w 5937259"/>
              <a:gd name="connsiteY4" fmla="*/ 6858000 h 6858000"/>
              <a:gd name="connsiteX5" fmla="*/ 576914 w 5937259"/>
              <a:gd name="connsiteY5" fmla="*/ 6858000 h 6858000"/>
              <a:gd name="connsiteX6" fmla="*/ 1 w 5937259"/>
              <a:gd name="connsiteY6" fmla="*/ 6858000 h 6858000"/>
              <a:gd name="connsiteX7" fmla="*/ 0 w 5937259"/>
              <a:gd name="connsiteY7" fmla="*/ 6858000 h 6858000"/>
              <a:gd name="connsiteX8" fmla="*/ 0 w 5937259"/>
              <a:gd name="connsiteY8" fmla="*/ 0 h 6858000"/>
              <a:gd name="connsiteX0" fmla="*/ 0 w 5937259"/>
              <a:gd name="connsiteY0" fmla="*/ 0 h 6858000"/>
              <a:gd name="connsiteX1" fmla="*/ 1 w 5937259"/>
              <a:gd name="connsiteY1" fmla="*/ 0 h 6858000"/>
              <a:gd name="connsiteX2" fmla="*/ 5937259 w 5937259"/>
              <a:gd name="connsiteY2" fmla="*/ 0 h 6858000"/>
              <a:gd name="connsiteX3" fmla="*/ 3576001 w 5937259"/>
              <a:gd name="connsiteY3" fmla="*/ 6857597 h 6858000"/>
              <a:gd name="connsiteX4" fmla="*/ 3576001 w 5937259"/>
              <a:gd name="connsiteY4" fmla="*/ 6858000 h 6858000"/>
              <a:gd name="connsiteX5" fmla="*/ 1 w 5937259"/>
              <a:gd name="connsiteY5" fmla="*/ 6858000 h 6858000"/>
              <a:gd name="connsiteX6" fmla="*/ 0 w 5937259"/>
              <a:gd name="connsiteY6" fmla="*/ 6858000 h 6858000"/>
              <a:gd name="connsiteX7" fmla="*/ 0 w 593725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37259" h="6858000">
                <a:moveTo>
                  <a:pt x="0" y="0"/>
                </a:moveTo>
                <a:lnTo>
                  <a:pt x="1" y="0"/>
                </a:lnTo>
                <a:lnTo>
                  <a:pt x="5937259" y="0"/>
                </a:lnTo>
                <a:lnTo>
                  <a:pt x="3576001" y="6857597"/>
                </a:lnTo>
                <a:lnTo>
                  <a:pt x="3576001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FFB95"/>
              </a:gs>
              <a:gs pos="100000">
                <a:schemeClr val="accent2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>
              <a:solidFill>
                <a:schemeClr val="tx1"/>
              </a:solidFill>
            </a:endParaRP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2B5D8B87-FE16-3F6A-11D5-C0FBD03355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823700" y="0"/>
            <a:ext cx="8368300" cy="6129001"/>
          </a:xfrm>
          <a:custGeom>
            <a:avLst/>
            <a:gdLst>
              <a:gd name="connsiteX0" fmla="*/ 2110383 w 8368300"/>
              <a:gd name="connsiteY0" fmla="*/ 0 h 6129001"/>
              <a:gd name="connsiteX1" fmla="*/ 8367506 w 8368300"/>
              <a:gd name="connsiteY1" fmla="*/ 0 h 6129001"/>
              <a:gd name="connsiteX2" fmla="*/ 8368300 w 8368300"/>
              <a:gd name="connsiteY2" fmla="*/ 0 h 6129001"/>
              <a:gd name="connsiteX3" fmla="*/ 8368300 w 8368300"/>
              <a:gd name="connsiteY3" fmla="*/ 6129001 h 6129001"/>
              <a:gd name="connsiteX4" fmla="*/ 8367506 w 8368300"/>
              <a:gd name="connsiteY4" fmla="*/ 6129001 h 6129001"/>
              <a:gd name="connsiteX5" fmla="*/ 0 w 8368300"/>
              <a:gd name="connsiteY5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68300" h="6129001">
                <a:moveTo>
                  <a:pt x="2110383" y="0"/>
                </a:moveTo>
                <a:lnTo>
                  <a:pt x="8367506" y="0"/>
                </a:lnTo>
                <a:lnTo>
                  <a:pt x="8368300" y="0"/>
                </a:lnTo>
                <a:lnTo>
                  <a:pt x="8368300" y="6129001"/>
                </a:lnTo>
                <a:lnTo>
                  <a:pt x="8367506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293129B3-EC94-FFF8-78AC-FF49EFED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CE3CE39B-1CC1-4FA6-A71A-DBDE6C5CDE13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0" y="1449000"/>
            <a:ext cx="6480725" cy="2159388"/>
          </a:xfrm>
        </p:spPr>
        <p:txBody>
          <a:bodyPr anchor="t"/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713FA0-236C-03C7-E657-99CD55533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9pPr>
          </a:lstStyle>
          <a:p>
            <a:r>
              <a:rPr lang="de-DE"/>
              <a:t>Untertitel hinzufügen</a:t>
            </a:r>
          </a:p>
        </p:txBody>
      </p:sp>
      <p:sp>
        <p:nvSpPr>
          <p:cNvPr id="65" name="Textplatzhalter 64">
            <a:extLst>
              <a:ext uri="{FF2B5EF4-FFF2-40B4-BE49-F238E27FC236}">
                <a16:creationId xmlns:a16="http://schemas.microsoft.com/office/drawing/2014/main" id="{70A8F3EE-763C-9EE0-D2BE-D52F060FDE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6550" y="5769000"/>
            <a:ext cx="2879725" cy="360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accent1"/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accent1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09368CCA-7FD9-2B66-77EA-B12F62815941}"/>
              </a:ext>
            </a:extLst>
          </p:cNvPr>
          <p:cNvSpPr/>
          <p:nvPr userDrawn="1"/>
        </p:nvSpPr>
        <p:spPr bwMode="gray">
          <a:xfrm>
            <a:off x="3576001" y="6129000"/>
            <a:ext cx="8620763" cy="729000"/>
          </a:xfrm>
          <a:custGeom>
            <a:avLst/>
            <a:gdLst>
              <a:gd name="connsiteX0" fmla="*/ 250876 w 8620763"/>
              <a:gd name="connsiteY0" fmla="*/ 0 h 729000"/>
              <a:gd name="connsiteX1" fmla="*/ 8620763 w 8620763"/>
              <a:gd name="connsiteY1" fmla="*/ 0 h 729000"/>
              <a:gd name="connsiteX2" fmla="*/ 8620763 w 8620763"/>
              <a:gd name="connsiteY2" fmla="*/ 729000 h 729000"/>
              <a:gd name="connsiteX3" fmla="*/ 0 w 8620763"/>
              <a:gd name="connsiteY3" fmla="*/ 729000 h 729000"/>
              <a:gd name="connsiteX4" fmla="*/ 0 w 8620763"/>
              <a:gd name="connsiteY4" fmla="*/ 728597 h 7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763" h="729000">
                <a:moveTo>
                  <a:pt x="250876" y="0"/>
                </a:moveTo>
                <a:lnTo>
                  <a:pt x="8620763" y="0"/>
                </a:lnTo>
                <a:lnTo>
                  <a:pt x="8620763" y="729000"/>
                </a:lnTo>
                <a:lnTo>
                  <a:pt x="0" y="729000"/>
                </a:lnTo>
                <a:lnTo>
                  <a:pt x="0" y="728597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5D6F16A-22B3-5615-8AF6-A438A96872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8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2 Pictures + 2x Partn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4E318E9-BDB8-3CBA-CF99-9FA6F786CF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903700" y="0"/>
            <a:ext cx="5462683" cy="6129001"/>
          </a:xfrm>
          <a:custGeom>
            <a:avLst/>
            <a:gdLst>
              <a:gd name="connsiteX0" fmla="*/ 2110383 w 5462683"/>
              <a:gd name="connsiteY0" fmla="*/ 0 h 6129001"/>
              <a:gd name="connsiteX1" fmla="*/ 5462683 w 5462683"/>
              <a:gd name="connsiteY1" fmla="*/ 0 h 6129001"/>
              <a:gd name="connsiteX2" fmla="*/ 3352300 w 5462683"/>
              <a:gd name="connsiteY2" fmla="*/ 6129001 h 6129001"/>
              <a:gd name="connsiteX3" fmla="*/ 0 w 5462683"/>
              <a:gd name="connsiteY3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683" h="6129001">
                <a:moveTo>
                  <a:pt x="2110383" y="0"/>
                </a:moveTo>
                <a:lnTo>
                  <a:pt x="5462683" y="0"/>
                </a:lnTo>
                <a:lnTo>
                  <a:pt x="3352300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94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293129B3-EC94-FFF8-78AC-FF49EFED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50EFC5B-F162-4ECB-A68D-64E34FC93F29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1" y="1449000"/>
            <a:ext cx="5760000" cy="2159388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4D1CA22-8456-240D-4276-CF41F5F8D606}"/>
              </a:ext>
            </a:extLst>
          </p:cNvPr>
          <p:cNvSpPr/>
          <p:nvPr userDrawn="1"/>
        </p:nvSpPr>
        <p:spPr bwMode="gray">
          <a:xfrm>
            <a:off x="4656000" y="6129000"/>
            <a:ext cx="7536000" cy="729000"/>
          </a:xfrm>
          <a:custGeom>
            <a:avLst/>
            <a:gdLst>
              <a:gd name="connsiteX0" fmla="*/ 250876 w 7536000"/>
              <a:gd name="connsiteY0" fmla="*/ 0 h 729000"/>
              <a:gd name="connsiteX1" fmla="*/ 7536000 w 7536000"/>
              <a:gd name="connsiteY1" fmla="*/ 0 h 729000"/>
              <a:gd name="connsiteX2" fmla="*/ 7536000 w 7536000"/>
              <a:gd name="connsiteY2" fmla="*/ 729000 h 729000"/>
              <a:gd name="connsiteX3" fmla="*/ 0 w 7536000"/>
              <a:gd name="connsiteY3" fmla="*/ 729000 h 729000"/>
              <a:gd name="connsiteX4" fmla="*/ 0 w 7536000"/>
              <a:gd name="connsiteY4" fmla="*/ 728597 h 7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6000" h="729000">
                <a:moveTo>
                  <a:pt x="250876" y="0"/>
                </a:moveTo>
                <a:lnTo>
                  <a:pt x="7536000" y="0"/>
                </a:lnTo>
                <a:lnTo>
                  <a:pt x="7536000" y="729000"/>
                </a:lnTo>
                <a:lnTo>
                  <a:pt x="0" y="729000"/>
                </a:lnTo>
                <a:lnTo>
                  <a:pt x="0" y="728597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5E2EFA6-4FB8-F89C-591E-3E64304AB4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64E659D6-DDEB-FF18-FB21-490EB72854A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8256000" y="0"/>
            <a:ext cx="3936000" cy="6129001"/>
          </a:xfrm>
          <a:custGeom>
            <a:avLst/>
            <a:gdLst>
              <a:gd name="connsiteX0" fmla="*/ 2110383 w 3936000"/>
              <a:gd name="connsiteY0" fmla="*/ 0 h 6129001"/>
              <a:gd name="connsiteX1" fmla="*/ 3936000 w 3936000"/>
              <a:gd name="connsiteY1" fmla="*/ 0 h 6129001"/>
              <a:gd name="connsiteX2" fmla="*/ 3936000 w 3936000"/>
              <a:gd name="connsiteY2" fmla="*/ 6129001 h 6129001"/>
              <a:gd name="connsiteX3" fmla="*/ 0 w 3936000"/>
              <a:gd name="connsiteY3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6000" h="6129001">
                <a:moveTo>
                  <a:pt x="2110383" y="0"/>
                </a:moveTo>
                <a:lnTo>
                  <a:pt x="3936000" y="0"/>
                </a:lnTo>
                <a:lnTo>
                  <a:pt x="3936000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94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30" name="Untertitel 2">
            <a:extLst>
              <a:ext uri="{FF2B5EF4-FFF2-40B4-BE49-F238E27FC236}">
                <a16:creationId xmlns:a16="http://schemas.microsoft.com/office/drawing/2014/main" id="{19168D01-72DF-6009-C2B4-22DA1703A6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Untertitel hinzufügen</a:t>
            </a:r>
          </a:p>
        </p:txBody>
      </p:sp>
      <p:sp>
        <p:nvSpPr>
          <p:cNvPr id="33" name="Textplatzhalter 64">
            <a:extLst>
              <a:ext uri="{FF2B5EF4-FFF2-40B4-BE49-F238E27FC236}">
                <a16:creationId xmlns:a16="http://schemas.microsoft.com/office/drawing/2014/main" id="{875C1AFB-0B30-C121-E53A-28E33C083F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36550" y="5769000"/>
            <a:ext cx="2879725" cy="360000"/>
          </a:xfrm>
        </p:spPr>
        <p:txBody>
          <a:bodyPr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34" name="Inhaltsplatzhalter 15">
            <a:extLst>
              <a:ext uri="{FF2B5EF4-FFF2-40B4-BE49-F238E27FC236}">
                <a16:creationId xmlns:a16="http://schemas.microsoft.com/office/drawing/2014/main" id="{A8F2EAED-2F39-73FF-4520-F2926B95168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3073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35" name="Inhaltsplatzhalter 15">
            <a:extLst>
              <a:ext uri="{FF2B5EF4-FFF2-40B4-BE49-F238E27FC236}">
                <a16:creationId xmlns:a16="http://schemas.microsoft.com/office/drawing/2014/main" id="{2AC4B4B1-BC9E-843B-45F1-6DEA9D9F698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4441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4D79AE4-3BD6-D9E2-6E28-7EE9DC60F970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 bwMode="gray">
          <a:xfrm>
            <a:off x="2492349" y="434281"/>
            <a:ext cx="229102" cy="229102"/>
          </a:xfrm>
          <a:custGeom>
            <a:avLst/>
            <a:gdLst>
              <a:gd name="connsiteX0" fmla="*/ 12727 w 229102"/>
              <a:gd name="connsiteY0" fmla="*/ 0 h 229102"/>
              <a:gd name="connsiteX1" fmla="*/ 114551 w 229102"/>
              <a:gd name="connsiteY1" fmla="*/ 101823 h 229102"/>
              <a:gd name="connsiteX2" fmla="*/ 216375 w 229102"/>
              <a:gd name="connsiteY2" fmla="*/ 0 h 229102"/>
              <a:gd name="connsiteX3" fmla="*/ 229102 w 229102"/>
              <a:gd name="connsiteY3" fmla="*/ 12728 h 229102"/>
              <a:gd name="connsiteX4" fmla="*/ 127279 w 229102"/>
              <a:gd name="connsiteY4" fmla="*/ 114551 h 229102"/>
              <a:gd name="connsiteX5" fmla="*/ 229102 w 229102"/>
              <a:gd name="connsiteY5" fmla="*/ 216374 h 229102"/>
              <a:gd name="connsiteX6" fmla="*/ 216375 w 229102"/>
              <a:gd name="connsiteY6" fmla="*/ 229102 h 229102"/>
              <a:gd name="connsiteX7" fmla="*/ 114551 w 229102"/>
              <a:gd name="connsiteY7" fmla="*/ 127279 h 229102"/>
              <a:gd name="connsiteX8" fmla="*/ 12727 w 229102"/>
              <a:gd name="connsiteY8" fmla="*/ 229102 h 229102"/>
              <a:gd name="connsiteX9" fmla="*/ 0 w 229102"/>
              <a:gd name="connsiteY9" fmla="*/ 216374 h 229102"/>
              <a:gd name="connsiteX10" fmla="*/ 101823 w 229102"/>
              <a:gd name="connsiteY10" fmla="*/ 114551 h 229102"/>
              <a:gd name="connsiteX11" fmla="*/ 0 w 229102"/>
              <a:gd name="connsiteY11" fmla="*/ 12728 h 229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9102" h="229102">
                <a:moveTo>
                  <a:pt x="12727" y="0"/>
                </a:moveTo>
                <a:lnTo>
                  <a:pt x="114551" y="101823"/>
                </a:lnTo>
                <a:lnTo>
                  <a:pt x="216375" y="0"/>
                </a:lnTo>
                <a:lnTo>
                  <a:pt x="229102" y="12728"/>
                </a:lnTo>
                <a:lnTo>
                  <a:pt x="127279" y="114551"/>
                </a:lnTo>
                <a:lnTo>
                  <a:pt x="229102" y="216374"/>
                </a:lnTo>
                <a:lnTo>
                  <a:pt x="216375" y="229102"/>
                </a:lnTo>
                <a:lnTo>
                  <a:pt x="114551" y="127279"/>
                </a:lnTo>
                <a:lnTo>
                  <a:pt x="12727" y="229102"/>
                </a:lnTo>
                <a:lnTo>
                  <a:pt x="0" y="216374"/>
                </a:lnTo>
                <a:lnTo>
                  <a:pt x="101823" y="114551"/>
                </a:lnTo>
                <a:lnTo>
                  <a:pt x="0" y="1272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D42E3C3-5D4E-CA75-79D8-D60A1D972410}"/>
              </a:ext>
            </a:extLst>
          </p:cNvPr>
          <p:cNvSpPr/>
          <p:nvPr userDrawn="1"/>
        </p:nvSpPr>
        <p:spPr>
          <a:xfrm>
            <a:off x="3073763" y="-466725"/>
            <a:ext cx="3924000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Du kannst ein Logo einfügen, indem du es anklickst, in die Zwischenablage kopierst (Strg + C), den Platzhalter auswählst und es einfügst (Strg + V)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56B5527-9B4E-948D-81D8-DD9763D68733}"/>
              </a:ext>
            </a:extLst>
          </p:cNvPr>
          <p:cNvSpPr/>
          <p:nvPr userDrawn="1"/>
        </p:nvSpPr>
        <p:spPr>
          <a:xfrm>
            <a:off x="1236000" y="-466725"/>
            <a:ext cx="1619999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Lösche das X, wenn du kein Partnerlogo verwendest</a:t>
            </a:r>
          </a:p>
        </p:txBody>
      </p:sp>
    </p:spTree>
    <p:extLst>
      <p:ext uri="{BB962C8B-B14F-4D97-AF65-F5344CB8AC3E}">
        <p14:creationId xmlns:p14="http://schemas.microsoft.com/office/powerpoint/2010/main" val="912007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 + 3x Partn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55878DF-D948-3974-C8DD-1449FF21C6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43700" y="0"/>
            <a:ext cx="5848301" cy="6129001"/>
          </a:xfrm>
          <a:custGeom>
            <a:avLst/>
            <a:gdLst>
              <a:gd name="connsiteX0" fmla="*/ 2110383 w 5848301"/>
              <a:gd name="connsiteY0" fmla="*/ 0 h 6129001"/>
              <a:gd name="connsiteX1" fmla="*/ 5848301 w 5848301"/>
              <a:gd name="connsiteY1" fmla="*/ 0 h 6129001"/>
              <a:gd name="connsiteX2" fmla="*/ 5848301 w 5848301"/>
              <a:gd name="connsiteY2" fmla="*/ 6129001 h 6129001"/>
              <a:gd name="connsiteX3" fmla="*/ 0 w 5848301"/>
              <a:gd name="connsiteY3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48301" h="6129001">
                <a:moveTo>
                  <a:pt x="2110383" y="0"/>
                </a:moveTo>
                <a:lnTo>
                  <a:pt x="5848301" y="0"/>
                </a:lnTo>
                <a:lnTo>
                  <a:pt x="5848301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8FDC8B-F6F0-6D5C-317A-B7EAE2D30F7D}"/>
              </a:ext>
            </a:extLst>
          </p:cNvPr>
          <p:cNvSpPr/>
          <p:nvPr userDrawn="1"/>
        </p:nvSpPr>
        <p:spPr bwMode="gray">
          <a:xfrm>
            <a:off x="6096000" y="6129000"/>
            <a:ext cx="6096000" cy="729000"/>
          </a:xfrm>
          <a:custGeom>
            <a:avLst/>
            <a:gdLst>
              <a:gd name="connsiteX0" fmla="*/ 250876 w 6096000"/>
              <a:gd name="connsiteY0" fmla="*/ 0 h 729000"/>
              <a:gd name="connsiteX1" fmla="*/ 6096000 w 6096000"/>
              <a:gd name="connsiteY1" fmla="*/ 0 h 729000"/>
              <a:gd name="connsiteX2" fmla="*/ 6096000 w 6096000"/>
              <a:gd name="connsiteY2" fmla="*/ 729000 h 729000"/>
              <a:gd name="connsiteX3" fmla="*/ 0 w 6096000"/>
              <a:gd name="connsiteY3" fmla="*/ 729000 h 729000"/>
              <a:gd name="connsiteX4" fmla="*/ 0 w 6096000"/>
              <a:gd name="connsiteY4" fmla="*/ 728597 h 7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729000">
                <a:moveTo>
                  <a:pt x="250876" y="0"/>
                </a:moveTo>
                <a:lnTo>
                  <a:pt x="6096000" y="0"/>
                </a:lnTo>
                <a:lnTo>
                  <a:pt x="6096000" y="729000"/>
                </a:lnTo>
                <a:lnTo>
                  <a:pt x="0" y="729000"/>
                </a:lnTo>
                <a:lnTo>
                  <a:pt x="0" y="728597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3C90404-07D9-4F67-BDB3-EFE6829D45AA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0" y="1449000"/>
            <a:ext cx="6480725" cy="2159388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713FA0-236C-03C7-E657-99CD55533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Untertitel hinzufügen</a:t>
            </a:r>
          </a:p>
        </p:txBody>
      </p:sp>
      <p:sp>
        <p:nvSpPr>
          <p:cNvPr id="65" name="Textplatzhalter 64">
            <a:extLst>
              <a:ext uri="{FF2B5EF4-FFF2-40B4-BE49-F238E27FC236}">
                <a16:creationId xmlns:a16="http://schemas.microsoft.com/office/drawing/2014/main" id="{70A8F3EE-763C-9EE0-D2BE-D52F060FDE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5999" y="5769000"/>
            <a:ext cx="2880275" cy="360000"/>
          </a:xfrm>
        </p:spPr>
        <p:txBody>
          <a:bodyPr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49" name="Foliennummernplatzhalter 48">
            <a:extLst>
              <a:ext uri="{FF2B5EF4-FFF2-40B4-BE49-F238E27FC236}">
                <a16:creationId xmlns:a16="http://schemas.microsoft.com/office/drawing/2014/main" id="{20CE5E64-BD44-E31E-66AF-49B49A08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F5D33E2-E380-5E54-52A7-E92E749907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BB40336-D177-F821-B597-C2BCD84820F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3073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F5ACEB22-2523-F242-74F9-A14BCD75E2D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4441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DDB0995E-0A6D-68A9-381F-84CD31FE2F9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5809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27" name="SmartArt Placeholder 26">
            <a:extLst>
              <a:ext uri="{FF2B5EF4-FFF2-40B4-BE49-F238E27FC236}">
                <a16:creationId xmlns:a16="http://schemas.microsoft.com/office/drawing/2014/main" id="{283F12A1-3E3C-0A5A-02E5-096C82053D55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 bwMode="gray">
          <a:xfrm>
            <a:off x="2492349" y="434281"/>
            <a:ext cx="229102" cy="229102"/>
          </a:xfrm>
          <a:custGeom>
            <a:avLst/>
            <a:gdLst>
              <a:gd name="connsiteX0" fmla="*/ 12727 w 229102"/>
              <a:gd name="connsiteY0" fmla="*/ 0 h 229102"/>
              <a:gd name="connsiteX1" fmla="*/ 114551 w 229102"/>
              <a:gd name="connsiteY1" fmla="*/ 101823 h 229102"/>
              <a:gd name="connsiteX2" fmla="*/ 216375 w 229102"/>
              <a:gd name="connsiteY2" fmla="*/ 0 h 229102"/>
              <a:gd name="connsiteX3" fmla="*/ 229102 w 229102"/>
              <a:gd name="connsiteY3" fmla="*/ 12728 h 229102"/>
              <a:gd name="connsiteX4" fmla="*/ 127279 w 229102"/>
              <a:gd name="connsiteY4" fmla="*/ 114551 h 229102"/>
              <a:gd name="connsiteX5" fmla="*/ 229102 w 229102"/>
              <a:gd name="connsiteY5" fmla="*/ 216374 h 229102"/>
              <a:gd name="connsiteX6" fmla="*/ 216375 w 229102"/>
              <a:gd name="connsiteY6" fmla="*/ 229102 h 229102"/>
              <a:gd name="connsiteX7" fmla="*/ 114551 w 229102"/>
              <a:gd name="connsiteY7" fmla="*/ 127279 h 229102"/>
              <a:gd name="connsiteX8" fmla="*/ 12727 w 229102"/>
              <a:gd name="connsiteY8" fmla="*/ 229102 h 229102"/>
              <a:gd name="connsiteX9" fmla="*/ 0 w 229102"/>
              <a:gd name="connsiteY9" fmla="*/ 216374 h 229102"/>
              <a:gd name="connsiteX10" fmla="*/ 101823 w 229102"/>
              <a:gd name="connsiteY10" fmla="*/ 114551 h 229102"/>
              <a:gd name="connsiteX11" fmla="*/ 0 w 229102"/>
              <a:gd name="connsiteY11" fmla="*/ 12728 h 229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9102" h="229102">
                <a:moveTo>
                  <a:pt x="12727" y="0"/>
                </a:moveTo>
                <a:lnTo>
                  <a:pt x="114551" y="101823"/>
                </a:lnTo>
                <a:lnTo>
                  <a:pt x="216375" y="0"/>
                </a:lnTo>
                <a:lnTo>
                  <a:pt x="229102" y="12728"/>
                </a:lnTo>
                <a:lnTo>
                  <a:pt x="127279" y="114551"/>
                </a:lnTo>
                <a:lnTo>
                  <a:pt x="229102" y="216374"/>
                </a:lnTo>
                <a:lnTo>
                  <a:pt x="216375" y="229102"/>
                </a:lnTo>
                <a:lnTo>
                  <a:pt x="114551" y="127279"/>
                </a:lnTo>
                <a:lnTo>
                  <a:pt x="12727" y="229102"/>
                </a:lnTo>
                <a:lnTo>
                  <a:pt x="0" y="216374"/>
                </a:lnTo>
                <a:lnTo>
                  <a:pt x="101823" y="114551"/>
                </a:lnTo>
                <a:lnTo>
                  <a:pt x="0" y="1272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7462670-B8F4-38BA-ECAC-8FB4F3F2B93F}"/>
              </a:ext>
            </a:extLst>
          </p:cNvPr>
          <p:cNvSpPr/>
          <p:nvPr userDrawn="1"/>
        </p:nvSpPr>
        <p:spPr>
          <a:xfrm>
            <a:off x="3073763" y="-466725"/>
            <a:ext cx="3924000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Du kannst ein Logo einfügen, indem du es anklickst, in die Zwischenablage kopierst (Strg + C), den Platzhalter auswählst und es einfügst (Strg + V)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2260600-ABE8-C6D1-32C5-0E5979EA7A4B}"/>
              </a:ext>
            </a:extLst>
          </p:cNvPr>
          <p:cNvSpPr/>
          <p:nvPr userDrawn="1"/>
        </p:nvSpPr>
        <p:spPr>
          <a:xfrm>
            <a:off x="1236000" y="-466725"/>
            <a:ext cx="1619999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Lösche das X, wenn du kein Partnerlogo verwendest</a:t>
            </a:r>
          </a:p>
        </p:txBody>
      </p:sp>
    </p:spTree>
    <p:extLst>
      <p:ext uri="{BB962C8B-B14F-4D97-AF65-F5344CB8AC3E}">
        <p14:creationId xmlns:p14="http://schemas.microsoft.com/office/powerpoint/2010/main" val="12761376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3x Partn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782D3D-C314-4541-8262-B8ED4679BE34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0" y="1449000"/>
            <a:ext cx="6480725" cy="2159388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713FA0-236C-03C7-E657-99CD55533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Untertitel hinzufügen</a:t>
            </a:r>
          </a:p>
        </p:txBody>
      </p:sp>
      <p:sp>
        <p:nvSpPr>
          <p:cNvPr id="65" name="Textplatzhalter 64">
            <a:extLst>
              <a:ext uri="{FF2B5EF4-FFF2-40B4-BE49-F238E27FC236}">
                <a16:creationId xmlns:a16="http://schemas.microsoft.com/office/drawing/2014/main" id="{70A8F3EE-763C-9EE0-D2BE-D52F060FDE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5999" y="5769000"/>
            <a:ext cx="2880275" cy="360000"/>
          </a:xfrm>
        </p:spPr>
        <p:txBody>
          <a:bodyPr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49" name="Foliennummernplatzhalter 48">
            <a:extLst>
              <a:ext uri="{FF2B5EF4-FFF2-40B4-BE49-F238E27FC236}">
                <a16:creationId xmlns:a16="http://schemas.microsoft.com/office/drawing/2014/main" id="{20CE5E64-BD44-E31E-66AF-49B49A08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183C767-26AB-23E6-279A-A9D0920FA24F}"/>
              </a:ext>
            </a:extLst>
          </p:cNvPr>
          <p:cNvGrpSpPr/>
          <p:nvPr userDrawn="1"/>
        </p:nvGrpSpPr>
        <p:grpSpPr bwMode="gray">
          <a:xfrm>
            <a:off x="6096000" y="-4376"/>
            <a:ext cx="6096000" cy="6862377"/>
            <a:chOff x="6096000" y="-4376"/>
            <a:chExt cx="6096000" cy="6862377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2E23F64C-50D9-078C-DE8B-3351AEF1D0F3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9330375" y="-4376"/>
              <a:ext cx="2861625" cy="6862377"/>
            </a:xfrm>
            <a:prstGeom prst="rect">
              <a:avLst/>
            </a:prstGeom>
            <a:gradFill>
              <a:gsLst>
                <a:gs pos="0">
                  <a:srgbClr val="2FFB95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de-DE" sz="1200" err="1"/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69818841-9A67-0D77-D586-9551F2DC20A2}"/>
                </a:ext>
              </a:extLst>
            </p:cNvPr>
            <p:cNvSpPr/>
            <p:nvPr userDrawn="1"/>
          </p:nvSpPr>
          <p:spPr bwMode="gray">
            <a:xfrm>
              <a:off x="7151688" y="6129000"/>
              <a:ext cx="5040312" cy="7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Foliennummernplatzhalter 48">
              <a:extLst>
                <a:ext uri="{FF2B5EF4-FFF2-40B4-BE49-F238E27FC236}">
                  <a16:creationId xmlns:a16="http://schemas.microsoft.com/office/drawing/2014/main" id="{23003D89-39FA-F8CB-08B0-1507822E888B}"/>
                </a:ext>
              </a:extLst>
            </p:cNvPr>
            <p:cNvSpPr txBox="1">
              <a:spLocks/>
            </p:cNvSpPr>
            <p:nvPr userDrawn="1"/>
          </p:nvSpPr>
          <p:spPr bwMode="gray">
            <a:xfrm>
              <a:off x="6096000" y="-4376"/>
              <a:ext cx="5782905" cy="6862377"/>
            </a:xfrm>
            <a:custGeom>
              <a:avLst/>
              <a:gdLst>
                <a:gd name="connsiteX0" fmla="*/ 2358780 w 5782905"/>
                <a:gd name="connsiteY0" fmla="*/ 0 h 6862377"/>
                <a:gd name="connsiteX1" fmla="*/ 5782905 w 5782905"/>
                <a:gd name="connsiteY1" fmla="*/ 0 h 6862377"/>
                <a:gd name="connsiteX2" fmla="*/ 3420002 w 5782905"/>
                <a:gd name="connsiteY2" fmla="*/ 6862375 h 6862377"/>
                <a:gd name="connsiteX3" fmla="*/ 3971117 w 5782905"/>
                <a:gd name="connsiteY3" fmla="*/ 6862375 h 6862377"/>
                <a:gd name="connsiteX4" fmla="*/ 3971116 w 5782905"/>
                <a:gd name="connsiteY4" fmla="*/ 6862377 h 6862377"/>
                <a:gd name="connsiteX5" fmla="*/ 0 w 5782905"/>
                <a:gd name="connsiteY5" fmla="*/ 6862377 h 6862377"/>
                <a:gd name="connsiteX0" fmla="*/ 2358780 w 5782905"/>
                <a:gd name="connsiteY0" fmla="*/ 0 h 7370700"/>
                <a:gd name="connsiteX1" fmla="*/ 5782905 w 5782905"/>
                <a:gd name="connsiteY1" fmla="*/ 0 h 7370700"/>
                <a:gd name="connsiteX2" fmla="*/ 3420002 w 5782905"/>
                <a:gd name="connsiteY2" fmla="*/ 6862375 h 7370700"/>
                <a:gd name="connsiteX3" fmla="*/ 3971117 w 5782905"/>
                <a:gd name="connsiteY3" fmla="*/ 6862375 h 7370700"/>
                <a:gd name="connsiteX4" fmla="*/ 0 w 5782905"/>
                <a:gd name="connsiteY4" fmla="*/ 6862377 h 7370700"/>
                <a:gd name="connsiteX5" fmla="*/ 2358780 w 5782905"/>
                <a:gd name="connsiteY5" fmla="*/ 0 h 7370700"/>
                <a:gd name="connsiteX0" fmla="*/ 2358780 w 5782905"/>
                <a:gd name="connsiteY0" fmla="*/ 0 h 6862377"/>
                <a:gd name="connsiteX1" fmla="*/ 5782905 w 5782905"/>
                <a:gd name="connsiteY1" fmla="*/ 0 h 6862377"/>
                <a:gd name="connsiteX2" fmla="*/ 3420002 w 5782905"/>
                <a:gd name="connsiteY2" fmla="*/ 6862375 h 6862377"/>
                <a:gd name="connsiteX3" fmla="*/ 0 w 5782905"/>
                <a:gd name="connsiteY3" fmla="*/ 6862377 h 6862377"/>
                <a:gd name="connsiteX4" fmla="*/ 2358780 w 5782905"/>
                <a:gd name="connsiteY4" fmla="*/ 0 h 6862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2905" h="6862377">
                  <a:moveTo>
                    <a:pt x="2358780" y="0"/>
                  </a:moveTo>
                  <a:lnTo>
                    <a:pt x="5782905" y="0"/>
                  </a:lnTo>
                  <a:lnTo>
                    <a:pt x="3420002" y="6862375"/>
                  </a:lnTo>
                  <a:lnTo>
                    <a:pt x="0" y="6862377"/>
                  </a:lnTo>
                  <a:lnTo>
                    <a:pt x="2358780" y="0"/>
                  </a:lnTo>
                  <a:close/>
                </a:path>
              </a:pathLst>
            </a:custGeom>
            <a:gradFill>
              <a:gsLst>
                <a:gs pos="100000">
                  <a:srgbClr val="2FFB95"/>
                </a:gs>
                <a:gs pos="0">
                  <a:schemeClr val="accent2"/>
                </a:gs>
              </a:gsLst>
              <a:lin ang="5400000" scaled="1"/>
            </a:gradFill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algn="r" defTabSz="914400" rtl="0" eaLnBrk="1" latinLnBrk="0" hangingPunct="1">
                <a:defRPr sz="100" kern="1200">
                  <a:noFill/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9114A2F-E4EF-419C-ABCA-037C2828FE1B}" type="slidenum">
                <a:rPr lang="de-DE" smtClean="0"/>
                <a:pPr/>
                <a:t>‹#›</a:t>
              </a:fld>
              <a:endParaRPr lang="de-DE"/>
            </a:p>
          </p:txBody>
        </p:sp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9F5D33E2-E380-5E54-52A7-E92E749907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BB40336-D177-F821-B597-C2BCD84820F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3073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F5ACEB22-2523-F242-74F9-A14BCD75E2D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4441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DDB0995E-0A6D-68A9-381F-84CD31FE2F9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5809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27" name="SmartArt Placeholder 26">
            <a:extLst>
              <a:ext uri="{FF2B5EF4-FFF2-40B4-BE49-F238E27FC236}">
                <a16:creationId xmlns:a16="http://schemas.microsoft.com/office/drawing/2014/main" id="{283F12A1-3E3C-0A5A-02E5-096C82053D55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 bwMode="gray">
          <a:xfrm>
            <a:off x="2492349" y="434281"/>
            <a:ext cx="229102" cy="229102"/>
          </a:xfrm>
          <a:custGeom>
            <a:avLst/>
            <a:gdLst>
              <a:gd name="connsiteX0" fmla="*/ 12727 w 229102"/>
              <a:gd name="connsiteY0" fmla="*/ 0 h 229102"/>
              <a:gd name="connsiteX1" fmla="*/ 114551 w 229102"/>
              <a:gd name="connsiteY1" fmla="*/ 101823 h 229102"/>
              <a:gd name="connsiteX2" fmla="*/ 216375 w 229102"/>
              <a:gd name="connsiteY2" fmla="*/ 0 h 229102"/>
              <a:gd name="connsiteX3" fmla="*/ 229102 w 229102"/>
              <a:gd name="connsiteY3" fmla="*/ 12728 h 229102"/>
              <a:gd name="connsiteX4" fmla="*/ 127279 w 229102"/>
              <a:gd name="connsiteY4" fmla="*/ 114551 h 229102"/>
              <a:gd name="connsiteX5" fmla="*/ 229102 w 229102"/>
              <a:gd name="connsiteY5" fmla="*/ 216374 h 229102"/>
              <a:gd name="connsiteX6" fmla="*/ 216375 w 229102"/>
              <a:gd name="connsiteY6" fmla="*/ 229102 h 229102"/>
              <a:gd name="connsiteX7" fmla="*/ 114551 w 229102"/>
              <a:gd name="connsiteY7" fmla="*/ 127279 h 229102"/>
              <a:gd name="connsiteX8" fmla="*/ 12727 w 229102"/>
              <a:gd name="connsiteY8" fmla="*/ 229102 h 229102"/>
              <a:gd name="connsiteX9" fmla="*/ 0 w 229102"/>
              <a:gd name="connsiteY9" fmla="*/ 216374 h 229102"/>
              <a:gd name="connsiteX10" fmla="*/ 101823 w 229102"/>
              <a:gd name="connsiteY10" fmla="*/ 114551 h 229102"/>
              <a:gd name="connsiteX11" fmla="*/ 0 w 229102"/>
              <a:gd name="connsiteY11" fmla="*/ 12728 h 229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9102" h="229102">
                <a:moveTo>
                  <a:pt x="12727" y="0"/>
                </a:moveTo>
                <a:lnTo>
                  <a:pt x="114551" y="101823"/>
                </a:lnTo>
                <a:lnTo>
                  <a:pt x="216375" y="0"/>
                </a:lnTo>
                <a:lnTo>
                  <a:pt x="229102" y="12728"/>
                </a:lnTo>
                <a:lnTo>
                  <a:pt x="127279" y="114551"/>
                </a:lnTo>
                <a:lnTo>
                  <a:pt x="229102" y="216374"/>
                </a:lnTo>
                <a:lnTo>
                  <a:pt x="216375" y="229102"/>
                </a:lnTo>
                <a:lnTo>
                  <a:pt x="114551" y="127279"/>
                </a:lnTo>
                <a:lnTo>
                  <a:pt x="12727" y="229102"/>
                </a:lnTo>
                <a:lnTo>
                  <a:pt x="0" y="216374"/>
                </a:lnTo>
                <a:lnTo>
                  <a:pt x="101823" y="114551"/>
                </a:lnTo>
                <a:lnTo>
                  <a:pt x="0" y="1272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C0210A9-D6B9-0B95-E88C-011B72299EB6}"/>
              </a:ext>
            </a:extLst>
          </p:cNvPr>
          <p:cNvSpPr/>
          <p:nvPr userDrawn="1"/>
        </p:nvSpPr>
        <p:spPr>
          <a:xfrm>
            <a:off x="3073763" y="-466725"/>
            <a:ext cx="3924000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Du kannst ein Logo einfügen, indem du es anklickst, in die Zwischenablage kopierst (Strg + C), den Platzhalter auswählst und es einfügst (Strg + V)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266763A-CB1B-ED2D-7F3C-4960AB85429B}"/>
              </a:ext>
            </a:extLst>
          </p:cNvPr>
          <p:cNvSpPr/>
          <p:nvPr userDrawn="1"/>
        </p:nvSpPr>
        <p:spPr>
          <a:xfrm>
            <a:off x="1236000" y="-466725"/>
            <a:ext cx="1619999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Lösche das X, wenn du kein Partnerlogo verwendest</a:t>
            </a:r>
          </a:p>
        </p:txBody>
      </p:sp>
    </p:spTree>
    <p:extLst>
      <p:ext uri="{BB962C8B-B14F-4D97-AF65-F5344CB8AC3E}">
        <p14:creationId xmlns:p14="http://schemas.microsoft.com/office/powerpoint/2010/main" val="7044943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0" y="1449387"/>
            <a:ext cx="7920038" cy="5040313"/>
          </a:xfrm>
        </p:spPr>
        <p:txBody>
          <a:bodyPr>
            <a:normAutofit/>
          </a:bodyPr>
          <a:lstStyle>
            <a:lvl1pPr marL="720000" indent="-72000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bg2"/>
              </a:buClr>
              <a:buFont typeface="+mj-lt"/>
              <a:buAutoNum type="arabicPeriod"/>
              <a:defRPr sz="2400" b="1">
                <a:solidFill>
                  <a:schemeClr val="tx1"/>
                </a:solidFill>
              </a:defRPr>
            </a:lvl1pPr>
            <a:lvl2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2pPr>
            <a:lvl3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4pPr>
            <a:lvl5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5pPr>
            <a:lvl6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6pPr>
            <a:lvl7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Erster Agenda Punkt</a:t>
            </a:r>
          </a:p>
          <a:p>
            <a:pPr lvl="1"/>
            <a:r>
              <a:rPr lang="de-DE"/>
              <a:t>Detail Information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27227BA-802D-AE95-B849-5770A7CEA32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7A5ED188-E4F0-4C5D-BFEE-C38A55EEA663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D9F953-DE77-7D73-6EFD-53C98B311C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A7EFF9-3A9E-6952-081A-C4F04EB71A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dirty="0" smtClean="0"/>
              <a:pPr/>
              <a:t>‹#›</a:t>
            </a:fld>
            <a:endParaRPr lang="de-DE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008B384-B410-1601-57BF-72D1C6E47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68300"/>
            <a:ext cx="7920038" cy="720725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28184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Top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D034C52-2397-0D1A-45FF-872693C88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36550" y="369000"/>
            <a:ext cx="7920038" cy="72072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Titel hinzufügen</a:t>
            </a:r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7EEE83B8-57E2-3170-9096-ED1D75074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36000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1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" name="Textplatzhalter 14">
            <a:extLst>
              <a:ext uri="{FF2B5EF4-FFF2-40B4-BE49-F238E27FC236}">
                <a16:creationId xmlns:a16="http://schemas.microsoft.com/office/drawing/2014/main" id="{9F24012E-094E-4663-0C2A-743408C5D9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215662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2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F2430BE7-CFE2-8244-B95A-AB9FE9B8C0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095662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3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14">
            <a:extLst>
              <a:ext uri="{FF2B5EF4-FFF2-40B4-BE49-F238E27FC236}">
                <a16:creationId xmlns:a16="http://schemas.microsoft.com/office/drawing/2014/main" id="{62179396-59E6-540C-D2B8-52AE11BB40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975662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4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9083A94-A9E0-78C3-92A4-30937E0E625F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16246328-D2C2-4656-9FCD-B1E4BB95B0D8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03683A6-6C29-03E1-5FFF-7CEEDEF22C9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29DA8CE-66EA-F00A-728A-D93829FC104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49028448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umber / Icon">
    <p:bg>
      <p:bgPr>
        <a:gradFill>
          <a:gsLst>
            <a:gs pos="0">
              <a:srgbClr val="2FFB95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2BB9A2-F3C7-FDB0-4DAB-116BEA28E502}"/>
              </a:ext>
            </a:extLst>
          </p:cNvPr>
          <p:cNvSpPr/>
          <p:nvPr userDrawn="1"/>
        </p:nvSpPr>
        <p:spPr bwMode="gray">
          <a:xfrm>
            <a:off x="0" y="6129000"/>
            <a:ext cx="12192000" cy="7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4E1F1DE-A0A1-F705-1907-E311CD71FB89}"/>
              </a:ext>
            </a:extLst>
          </p:cNvPr>
          <p:cNvSpPr/>
          <p:nvPr userDrawn="1"/>
        </p:nvSpPr>
        <p:spPr bwMode="gray">
          <a:xfrm>
            <a:off x="0" y="0"/>
            <a:ext cx="8458860" cy="6858000"/>
          </a:xfrm>
          <a:custGeom>
            <a:avLst/>
            <a:gdLst>
              <a:gd name="connsiteX0" fmla="*/ 0 w 8458860"/>
              <a:gd name="connsiteY0" fmla="*/ 0 h 6857881"/>
              <a:gd name="connsiteX1" fmla="*/ 8458860 w 8458860"/>
              <a:gd name="connsiteY1" fmla="*/ 0 h 6857881"/>
              <a:gd name="connsiteX2" fmla="*/ 6101720 w 8458860"/>
              <a:gd name="connsiteY2" fmla="*/ 6857607 h 6857881"/>
              <a:gd name="connsiteX3" fmla="*/ 0 w 8458860"/>
              <a:gd name="connsiteY3" fmla="*/ 6857881 h 6857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8860" h="6857881">
                <a:moveTo>
                  <a:pt x="0" y="0"/>
                </a:moveTo>
                <a:lnTo>
                  <a:pt x="8458860" y="0"/>
                </a:lnTo>
                <a:lnTo>
                  <a:pt x="6101720" y="6857607"/>
                </a:lnTo>
                <a:lnTo>
                  <a:pt x="0" y="6857881"/>
                </a:lnTo>
                <a:close/>
              </a:path>
            </a:pathLst>
          </a:custGeom>
          <a:gradFill>
            <a:gsLst>
              <a:gs pos="100000">
                <a:srgbClr val="2FFB95"/>
              </a:gs>
              <a:gs pos="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36550" y="1449000"/>
            <a:ext cx="7199450" cy="1439862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36000" y="3609000"/>
            <a:ext cx="3599413" cy="144000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C5BAFD-9C07-7AFE-EA4C-378BCB896E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535864" y="1449001"/>
            <a:ext cx="4319586" cy="3599250"/>
          </a:xfrm>
        </p:spPr>
        <p:txBody>
          <a:bodyPr wrap="none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400" b="0">
                <a:solidFill>
                  <a:schemeClr val="accent1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400" b="0">
                <a:solidFill>
                  <a:schemeClr val="accent1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0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5C9F25-CC48-993C-B1C8-AE0DE76302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4C668374-6F3A-440F-8764-D8145D9F2EB3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1337AB-7C5A-B9A4-BB6D-56E3AA56C1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9D10C67-77DD-E36C-A92C-BD8D781D1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33030825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icture">
    <p:bg>
      <p:bgPr>
        <a:gradFill>
          <a:gsLst>
            <a:gs pos="0">
              <a:srgbClr val="2FFB95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2BB9A2-F3C7-FDB0-4DAB-116BEA28E502}"/>
              </a:ext>
            </a:extLst>
          </p:cNvPr>
          <p:cNvSpPr/>
          <p:nvPr userDrawn="1"/>
        </p:nvSpPr>
        <p:spPr bwMode="gray">
          <a:xfrm>
            <a:off x="0" y="6129000"/>
            <a:ext cx="12192000" cy="7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A8F57E4B-AEE9-6BBB-6696-6A7ED2D50F42}"/>
              </a:ext>
            </a:extLst>
          </p:cNvPr>
          <p:cNvSpPr/>
          <p:nvPr userDrawn="1"/>
        </p:nvSpPr>
        <p:spPr bwMode="gray">
          <a:xfrm>
            <a:off x="0" y="0"/>
            <a:ext cx="8465210" cy="6858000"/>
          </a:xfrm>
          <a:custGeom>
            <a:avLst/>
            <a:gdLst>
              <a:gd name="connsiteX0" fmla="*/ 0 w 8465210"/>
              <a:gd name="connsiteY0" fmla="*/ 0 h 6857881"/>
              <a:gd name="connsiteX1" fmla="*/ 815250 w 8465210"/>
              <a:gd name="connsiteY1" fmla="*/ 0 h 6857881"/>
              <a:gd name="connsiteX2" fmla="*/ 910500 w 8465210"/>
              <a:gd name="connsiteY2" fmla="*/ 0 h 6857881"/>
              <a:gd name="connsiteX3" fmla="*/ 8465210 w 8465210"/>
              <a:gd name="connsiteY3" fmla="*/ 0 h 6857881"/>
              <a:gd name="connsiteX4" fmla="*/ 6108070 w 8465210"/>
              <a:gd name="connsiteY4" fmla="*/ 6857607 h 6857881"/>
              <a:gd name="connsiteX5" fmla="*/ 910500 w 8465210"/>
              <a:gd name="connsiteY5" fmla="*/ 6857841 h 6857881"/>
              <a:gd name="connsiteX6" fmla="*/ 910500 w 8465210"/>
              <a:gd name="connsiteY6" fmla="*/ 6857881 h 6857881"/>
              <a:gd name="connsiteX7" fmla="*/ 0 w 8465210"/>
              <a:gd name="connsiteY7" fmla="*/ 6857881 h 6857881"/>
              <a:gd name="connsiteX0" fmla="*/ 0 w 8465210"/>
              <a:gd name="connsiteY0" fmla="*/ 0 h 6857881"/>
              <a:gd name="connsiteX1" fmla="*/ 910500 w 8465210"/>
              <a:gd name="connsiteY1" fmla="*/ 0 h 6857881"/>
              <a:gd name="connsiteX2" fmla="*/ 8465210 w 8465210"/>
              <a:gd name="connsiteY2" fmla="*/ 0 h 6857881"/>
              <a:gd name="connsiteX3" fmla="*/ 6108070 w 8465210"/>
              <a:gd name="connsiteY3" fmla="*/ 6857607 h 6857881"/>
              <a:gd name="connsiteX4" fmla="*/ 910500 w 8465210"/>
              <a:gd name="connsiteY4" fmla="*/ 6857841 h 6857881"/>
              <a:gd name="connsiteX5" fmla="*/ 910500 w 8465210"/>
              <a:gd name="connsiteY5" fmla="*/ 6857881 h 6857881"/>
              <a:gd name="connsiteX6" fmla="*/ 0 w 8465210"/>
              <a:gd name="connsiteY6" fmla="*/ 6857881 h 6857881"/>
              <a:gd name="connsiteX7" fmla="*/ 0 w 8465210"/>
              <a:gd name="connsiteY7" fmla="*/ 0 h 6857881"/>
              <a:gd name="connsiteX0" fmla="*/ 0 w 8465210"/>
              <a:gd name="connsiteY0" fmla="*/ 0 h 6857881"/>
              <a:gd name="connsiteX1" fmla="*/ 8465210 w 8465210"/>
              <a:gd name="connsiteY1" fmla="*/ 0 h 6857881"/>
              <a:gd name="connsiteX2" fmla="*/ 6108070 w 8465210"/>
              <a:gd name="connsiteY2" fmla="*/ 6857607 h 6857881"/>
              <a:gd name="connsiteX3" fmla="*/ 910500 w 8465210"/>
              <a:gd name="connsiteY3" fmla="*/ 6857841 h 6857881"/>
              <a:gd name="connsiteX4" fmla="*/ 910500 w 8465210"/>
              <a:gd name="connsiteY4" fmla="*/ 6857881 h 6857881"/>
              <a:gd name="connsiteX5" fmla="*/ 0 w 8465210"/>
              <a:gd name="connsiteY5" fmla="*/ 6857881 h 6857881"/>
              <a:gd name="connsiteX6" fmla="*/ 0 w 8465210"/>
              <a:gd name="connsiteY6" fmla="*/ 0 h 6857881"/>
              <a:gd name="connsiteX0" fmla="*/ 0 w 8465210"/>
              <a:gd name="connsiteY0" fmla="*/ 0 h 6857881"/>
              <a:gd name="connsiteX1" fmla="*/ 8465210 w 8465210"/>
              <a:gd name="connsiteY1" fmla="*/ 0 h 6857881"/>
              <a:gd name="connsiteX2" fmla="*/ 6108070 w 8465210"/>
              <a:gd name="connsiteY2" fmla="*/ 6857607 h 6857881"/>
              <a:gd name="connsiteX3" fmla="*/ 910500 w 8465210"/>
              <a:gd name="connsiteY3" fmla="*/ 6857841 h 6857881"/>
              <a:gd name="connsiteX4" fmla="*/ 0 w 8465210"/>
              <a:gd name="connsiteY4" fmla="*/ 6857881 h 6857881"/>
              <a:gd name="connsiteX5" fmla="*/ 0 w 8465210"/>
              <a:gd name="connsiteY5" fmla="*/ 0 h 6857881"/>
              <a:gd name="connsiteX0" fmla="*/ 0 w 8465210"/>
              <a:gd name="connsiteY0" fmla="*/ 0 h 6857881"/>
              <a:gd name="connsiteX1" fmla="*/ 8465210 w 8465210"/>
              <a:gd name="connsiteY1" fmla="*/ 0 h 6857881"/>
              <a:gd name="connsiteX2" fmla="*/ 6108070 w 8465210"/>
              <a:gd name="connsiteY2" fmla="*/ 6857607 h 6857881"/>
              <a:gd name="connsiteX3" fmla="*/ 0 w 8465210"/>
              <a:gd name="connsiteY3" fmla="*/ 6857881 h 6857881"/>
              <a:gd name="connsiteX4" fmla="*/ 0 w 8465210"/>
              <a:gd name="connsiteY4" fmla="*/ 0 h 6857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5210" h="6857881">
                <a:moveTo>
                  <a:pt x="0" y="0"/>
                </a:moveTo>
                <a:lnTo>
                  <a:pt x="8465210" y="0"/>
                </a:lnTo>
                <a:lnTo>
                  <a:pt x="6108070" y="6857607"/>
                </a:lnTo>
                <a:lnTo>
                  <a:pt x="0" y="685788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2FFB95"/>
              </a:gs>
              <a:gs pos="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36550" y="1809138"/>
            <a:ext cx="7199450" cy="1439862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36000" y="3978664"/>
            <a:ext cx="3600000" cy="144000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C5BAFD-9C07-7AFE-EA4C-378BCB896E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5999" y="369001"/>
            <a:ext cx="1440413" cy="72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0">
                <a:solidFill>
                  <a:schemeClr val="accent1"/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0">
                <a:solidFill>
                  <a:schemeClr val="accent1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0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D08CA74-EA4C-EE73-B476-1F78FB4D9E8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58548" y="0"/>
            <a:ext cx="5833452" cy="6129000"/>
          </a:xfrm>
          <a:custGeom>
            <a:avLst/>
            <a:gdLst>
              <a:gd name="connsiteX0" fmla="*/ 2106662 w 5833452"/>
              <a:gd name="connsiteY0" fmla="*/ 0 h 6129000"/>
              <a:gd name="connsiteX1" fmla="*/ 5833452 w 5833452"/>
              <a:gd name="connsiteY1" fmla="*/ 0 h 6129000"/>
              <a:gd name="connsiteX2" fmla="*/ 5833452 w 5833452"/>
              <a:gd name="connsiteY2" fmla="*/ 6129000 h 6129000"/>
              <a:gd name="connsiteX3" fmla="*/ 0 w 5833452"/>
              <a:gd name="connsiteY3" fmla="*/ 6129000 h 61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33452" h="6129000">
                <a:moveTo>
                  <a:pt x="2106662" y="0"/>
                </a:moveTo>
                <a:lnTo>
                  <a:pt x="5833452" y="0"/>
                </a:lnTo>
                <a:lnTo>
                  <a:pt x="5833452" y="6129000"/>
                </a:lnTo>
                <a:lnTo>
                  <a:pt x="0" y="6129000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0EB0D1C-A76D-3D47-8FA5-5056FB348B6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AC4CF909-DF35-4C81-90AC-1ADEE528B5A7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E7664B2-3165-CF7E-C431-A22629FF2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1AB8A4F-BAB1-2785-4150-64EC50A53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82898832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F0853A12-599E-8434-33AF-5F7828F432A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" y="-1"/>
            <a:ext cx="12061283" cy="6858000"/>
          </a:xfrm>
          <a:custGeom>
            <a:avLst/>
            <a:gdLst>
              <a:gd name="connsiteX0" fmla="*/ 0 w 12121809"/>
              <a:gd name="connsiteY0" fmla="*/ 0 h 6858000"/>
              <a:gd name="connsiteX1" fmla="*/ 12121809 w 12121809"/>
              <a:gd name="connsiteY1" fmla="*/ 0 h 6858000"/>
              <a:gd name="connsiteX2" fmla="*/ 12121809 w 12121809"/>
              <a:gd name="connsiteY2" fmla="*/ 1 h 6858000"/>
              <a:gd name="connsiteX3" fmla="*/ 12061283 w 12121809"/>
              <a:gd name="connsiteY3" fmla="*/ 1 h 6858000"/>
              <a:gd name="connsiteX4" fmla="*/ 9699887 w 12121809"/>
              <a:gd name="connsiteY4" fmla="*/ 6858000 h 6858000"/>
              <a:gd name="connsiteX5" fmla="*/ 0 w 12121809"/>
              <a:gd name="connsiteY5" fmla="*/ 6858000 h 6858000"/>
              <a:gd name="connsiteX0" fmla="*/ 0 w 12121809"/>
              <a:gd name="connsiteY0" fmla="*/ 0 h 6858000"/>
              <a:gd name="connsiteX1" fmla="*/ 12121809 w 12121809"/>
              <a:gd name="connsiteY1" fmla="*/ 0 h 6858000"/>
              <a:gd name="connsiteX2" fmla="*/ 12061283 w 12121809"/>
              <a:gd name="connsiteY2" fmla="*/ 1 h 6858000"/>
              <a:gd name="connsiteX3" fmla="*/ 9699887 w 12121809"/>
              <a:gd name="connsiteY3" fmla="*/ 6858000 h 6858000"/>
              <a:gd name="connsiteX4" fmla="*/ 0 w 12121809"/>
              <a:gd name="connsiteY4" fmla="*/ 6858000 h 6858000"/>
              <a:gd name="connsiteX5" fmla="*/ 0 w 12121809"/>
              <a:gd name="connsiteY5" fmla="*/ 0 h 6858000"/>
              <a:gd name="connsiteX0" fmla="*/ 0 w 12061283"/>
              <a:gd name="connsiteY0" fmla="*/ 0 h 6858000"/>
              <a:gd name="connsiteX1" fmla="*/ 12061283 w 12061283"/>
              <a:gd name="connsiteY1" fmla="*/ 1 h 6858000"/>
              <a:gd name="connsiteX2" fmla="*/ 9699887 w 12061283"/>
              <a:gd name="connsiteY2" fmla="*/ 6858000 h 6858000"/>
              <a:gd name="connsiteX3" fmla="*/ 0 w 12061283"/>
              <a:gd name="connsiteY3" fmla="*/ 6858000 h 6858000"/>
              <a:gd name="connsiteX4" fmla="*/ 0 w 1206128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1283" h="6858000">
                <a:moveTo>
                  <a:pt x="0" y="0"/>
                </a:moveTo>
                <a:lnTo>
                  <a:pt x="12061283" y="1"/>
                </a:lnTo>
                <a:lnTo>
                  <a:pt x="969988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FCC69724-07CA-E796-7FE6-09D8F2A19416}"/>
              </a:ext>
            </a:extLst>
          </p:cNvPr>
          <p:cNvSpPr/>
          <p:nvPr userDrawn="1"/>
        </p:nvSpPr>
        <p:spPr bwMode="gray">
          <a:xfrm>
            <a:off x="9697507" y="0"/>
            <a:ext cx="2494493" cy="6858000"/>
          </a:xfrm>
          <a:custGeom>
            <a:avLst/>
            <a:gdLst>
              <a:gd name="connsiteX0" fmla="*/ 2361396 w 2494493"/>
              <a:gd name="connsiteY0" fmla="*/ 0 h 6858000"/>
              <a:gd name="connsiteX1" fmla="*/ 2494493 w 2494493"/>
              <a:gd name="connsiteY1" fmla="*/ 0 h 6858000"/>
              <a:gd name="connsiteX2" fmla="*/ 2494493 w 2494493"/>
              <a:gd name="connsiteY2" fmla="*/ 6858000 h 6858000"/>
              <a:gd name="connsiteX3" fmla="*/ 0 w 24944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4493" h="6858000">
                <a:moveTo>
                  <a:pt x="2361396" y="0"/>
                </a:moveTo>
                <a:lnTo>
                  <a:pt x="2494493" y="0"/>
                </a:lnTo>
                <a:lnTo>
                  <a:pt x="249449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FFB95"/>
              </a:gs>
              <a:gs pos="100000">
                <a:schemeClr val="accent2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b">
            <a:noAutofit/>
          </a:bodyPr>
          <a:lstStyle/>
          <a:p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0A9B9864-7AA1-EF2D-54F2-43B8FDC43F26}"/>
              </a:ext>
            </a:extLst>
          </p:cNvPr>
          <p:cNvSpPr/>
          <p:nvPr userDrawn="1"/>
        </p:nvSpPr>
        <p:spPr bwMode="gray">
          <a:xfrm>
            <a:off x="9697507" y="6131748"/>
            <a:ext cx="2494493" cy="726252"/>
          </a:xfrm>
          <a:custGeom>
            <a:avLst/>
            <a:gdLst>
              <a:gd name="connsiteX0" fmla="*/ 250068 w 2494493"/>
              <a:gd name="connsiteY0" fmla="*/ 0 h 726252"/>
              <a:gd name="connsiteX1" fmla="*/ 2494493 w 2494493"/>
              <a:gd name="connsiteY1" fmla="*/ 0 h 726252"/>
              <a:gd name="connsiteX2" fmla="*/ 2494493 w 2494493"/>
              <a:gd name="connsiteY2" fmla="*/ 726252 h 726252"/>
              <a:gd name="connsiteX3" fmla="*/ 0 w 2494493"/>
              <a:gd name="connsiteY3" fmla="*/ 726252 h 72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4493" h="726252">
                <a:moveTo>
                  <a:pt x="250068" y="0"/>
                </a:moveTo>
                <a:lnTo>
                  <a:pt x="2494493" y="0"/>
                </a:lnTo>
                <a:lnTo>
                  <a:pt x="2494493" y="726252"/>
                </a:lnTo>
                <a:lnTo>
                  <a:pt x="0" y="72625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b">
            <a:noAutofit/>
          </a:bodyPr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001" y="1449001"/>
            <a:ext cx="6480724" cy="144025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729000"/>
            <a:ext cx="1409984" cy="250995"/>
          </a:xfrm>
          <a:prstGeom prst="parallelogram">
            <a:avLst>
              <a:gd name="adj" fmla="val 35918"/>
            </a:avLst>
          </a:prstGeom>
          <a:solidFill>
            <a:schemeClr val="accent3"/>
          </a:solidFill>
        </p:spPr>
        <p:txBody>
          <a:bodyPr wrap="none" lIns="270000" tIns="21600" rIns="270000" bIns="2160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Kopfzeile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91B45F-6910-68BD-EF9A-78420B29838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24C5253A-00B6-4C41-A1C7-21AF6A9F13F3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26675593-95EA-EE03-5123-B44A5C5058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484DF1E-B504-D5B1-E156-2CD0A2055D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63951676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B4AF9635-1B62-B21A-4B28-4AABA496DFD4}"/>
              </a:ext>
            </a:extLst>
          </p:cNvPr>
          <p:cNvSpPr>
            <a:spLocks/>
          </p:cNvSpPr>
          <p:nvPr userDrawn="1"/>
        </p:nvSpPr>
        <p:spPr bwMode="gray">
          <a:xfrm>
            <a:off x="4656000" y="-4377"/>
            <a:ext cx="7536000" cy="6862377"/>
          </a:xfrm>
          <a:custGeom>
            <a:avLst/>
            <a:gdLst>
              <a:gd name="connsiteX0" fmla="*/ 2352560 w 7536000"/>
              <a:gd name="connsiteY0" fmla="*/ 0 h 6862377"/>
              <a:gd name="connsiteX1" fmla="*/ 7536000 w 7536000"/>
              <a:gd name="connsiteY1" fmla="*/ 0 h 6862377"/>
              <a:gd name="connsiteX2" fmla="*/ 7536000 w 7536000"/>
              <a:gd name="connsiteY2" fmla="*/ 6862377 h 6862377"/>
              <a:gd name="connsiteX3" fmla="*/ 0 w 7536000"/>
              <a:gd name="connsiteY3" fmla="*/ 6862377 h 686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6000" h="6862377">
                <a:moveTo>
                  <a:pt x="2352560" y="0"/>
                </a:moveTo>
                <a:lnTo>
                  <a:pt x="7536000" y="0"/>
                </a:lnTo>
                <a:lnTo>
                  <a:pt x="7536000" y="6862377"/>
                </a:lnTo>
                <a:lnTo>
                  <a:pt x="0" y="6862377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rgbClr val="2FFB95"/>
              </a:gs>
            </a:gsLst>
            <a:lin ang="16200000" scaled="1"/>
            <a:tileRect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000" y="1449000"/>
            <a:ext cx="5038725" cy="2880113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42C962-C573-D3FE-9AD8-B8AE44BC69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728663"/>
            <a:ext cx="5040000" cy="720337"/>
          </a:xfrm>
        </p:spPr>
        <p:txBody>
          <a:bodyPr lIns="0" rIns="0"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E6C1539-6336-676F-E4FA-18BFB575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8DEDF020-ECB2-4D06-AE45-E5C347793702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7E50E13-F993-301E-04D7-3B222DDA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41D06A-A1D5-8CA0-0F1A-57EE67C1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306770825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5759450" cy="1439862"/>
          </a:xfr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ltGray">
          <a:xfrm>
            <a:off x="336000" y="369000"/>
            <a:ext cx="5759450" cy="359663"/>
          </a:xfrm>
        </p:spPr>
        <p:txBody>
          <a:bodyPr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de-DE"/>
              <a:t>Kopfzeile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1E5707F-202B-4749-1A97-583683CD54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889250"/>
            <a:ext cx="3598863" cy="2879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3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3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3"/>
              </a:buClr>
              <a:buAutoNum type="arabicPeriod"/>
              <a:defRPr>
                <a:solidFill>
                  <a:schemeClr val="bg1"/>
                </a:solidFill>
              </a:defRPr>
            </a:lvl4pPr>
            <a:lvl5pPr>
              <a:buClr>
                <a:schemeClr val="accent3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3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48810B-CFC3-390E-432E-EB2EF1950E86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DDF7CA-AE18-4395-9908-C5B8C78467E6}" type="datetime1">
              <a:rPr lang="de-DE" smtClean="0"/>
              <a:t>16.06.26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03DFE4-1536-FA7F-9692-29D3D6973B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ltGray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Bechtle Design-Kit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61A8EB-3E97-D4D9-5A60-0DFACF66B4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B98F9D4B-AF0C-BD23-B1F9-9EDA52711D29}"/>
              </a:ext>
            </a:extLst>
          </p:cNvPr>
          <p:cNvGrpSpPr/>
          <p:nvPr/>
        </p:nvGrpSpPr>
        <p:grpSpPr>
          <a:xfrm>
            <a:off x="11136000" y="369001"/>
            <a:ext cx="719449" cy="143281"/>
            <a:chOff x="11136000" y="369001"/>
            <a:chExt cx="719449" cy="143281"/>
          </a:xfrm>
          <a:solidFill>
            <a:schemeClr val="accent3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0692DA-CE6E-6C71-A73D-86F0E4481D42}"/>
                </a:ext>
              </a:extLst>
            </p:cNvPr>
            <p:cNvSpPr/>
            <p:nvPr/>
          </p:nvSpPr>
          <p:spPr>
            <a:xfrm>
              <a:off x="11348139" y="384696"/>
              <a:ext cx="507310" cy="112904"/>
            </a:xfrm>
            <a:custGeom>
              <a:avLst/>
              <a:gdLst>
                <a:gd name="connsiteX0" fmla="*/ 452773 w 507310"/>
                <a:gd name="connsiteY0" fmla="*/ 64794 h 112904"/>
                <a:gd name="connsiteX1" fmla="*/ 470088 w 507310"/>
                <a:gd name="connsiteY1" fmla="*/ 50318 h 112904"/>
                <a:gd name="connsiteX2" fmla="*/ 486639 w 507310"/>
                <a:gd name="connsiteY2" fmla="*/ 64794 h 112904"/>
                <a:gd name="connsiteX3" fmla="*/ 452773 w 507310"/>
                <a:gd name="connsiteY3" fmla="*/ 64794 h 112904"/>
                <a:gd name="connsiteX4" fmla="*/ 471055 w 507310"/>
                <a:gd name="connsiteY4" fmla="*/ 112865 h 112904"/>
                <a:gd name="connsiteX5" fmla="*/ 502983 w 507310"/>
                <a:gd name="connsiteY5" fmla="*/ 96865 h 112904"/>
                <a:gd name="connsiteX6" fmla="*/ 486361 w 507310"/>
                <a:gd name="connsiteY6" fmla="*/ 87721 h 112904"/>
                <a:gd name="connsiteX7" fmla="*/ 471334 w 507310"/>
                <a:gd name="connsiteY7" fmla="*/ 94786 h 112904"/>
                <a:gd name="connsiteX8" fmla="*/ 452773 w 507310"/>
                <a:gd name="connsiteY8" fmla="*/ 80240 h 112904"/>
                <a:gd name="connsiteX9" fmla="*/ 506582 w 507310"/>
                <a:gd name="connsiteY9" fmla="*/ 80240 h 112904"/>
                <a:gd name="connsiteX10" fmla="*/ 507276 w 507310"/>
                <a:gd name="connsiteY10" fmla="*/ 71929 h 112904"/>
                <a:gd name="connsiteX11" fmla="*/ 469673 w 507310"/>
                <a:gd name="connsiteY11" fmla="*/ 32378 h 112904"/>
                <a:gd name="connsiteX12" fmla="*/ 431584 w 507310"/>
                <a:gd name="connsiteY12" fmla="*/ 72483 h 112904"/>
                <a:gd name="connsiteX13" fmla="*/ 471055 w 507310"/>
                <a:gd name="connsiteY13" fmla="*/ 112865 h 112904"/>
                <a:gd name="connsiteX14" fmla="*/ 396341 w 507310"/>
                <a:gd name="connsiteY14" fmla="*/ 110787 h 112904"/>
                <a:gd name="connsiteX15" fmla="*/ 417600 w 507310"/>
                <a:gd name="connsiteY15" fmla="*/ 110787 h 112904"/>
                <a:gd name="connsiteX16" fmla="*/ 417600 w 507310"/>
                <a:gd name="connsiteY16" fmla="*/ -39 h 112904"/>
                <a:gd name="connsiteX17" fmla="*/ 396341 w 507310"/>
                <a:gd name="connsiteY17" fmla="*/ -39 h 112904"/>
                <a:gd name="connsiteX18" fmla="*/ 396341 w 507310"/>
                <a:gd name="connsiteY18" fmla="*/ 110787 h 112904"/>
                <a:gd name="connsiteX19" fmla="*/ 385607 w 507310"/>
                <a:gd name="connsiteY19" fmla="*/ 108986 h 112904"/>
                <a:gd name="connsiteX20" fmla="*/ 379446 w 507310"/>
                <a:gd name="connsiteY20" fmla="*/ 91116 h 112904"/>
                <a:gd name="connsiteX21" fmla="*/ 371132 w 507310"/>
                <a:gd name="connsiteY21" fmla="*/ 92917 h 112904"/>
                <a:gd name="connsiteX22" fmla="*/ 360055 w 507310"/>
                <a:gd name="connsiteY22" fmla="*/ 81349 h 112904"/>
                <a:gd name="connsiteX23" fmla="*/ 360055 w 507310"/>
                <a:gd name="connsiteY23" fmla="*/ 53850 h 112904"/>
                <a:gd name="connsiteX24" fmla="*/ 378545 w 507310"/>
                <a:gd name="connsiteY24" fmla="*/ 53850 h 112904"/>
                <a:gd name="connsiteX25" fmla="*/ 385400 w 507310"/>
                <a:gd name="connsiteY25" fmla="*/ 34456 h 112904"/>
                <a:gd name="connsiteX26" fmla="*/ 365249 w 507310"/>
                <a:gd name="connsiteY26" fmla="*/ 34456 h 112904"/>
                <a:gd name="connsiteX27" fmla="*/ 360055 w 507310"/>
                <a:gd name="connsiteY27" fmla="*/ 49140 h 112904"/>
                <a:gd name="connsiteX28" fmla="*/ 360055 w 507310"/>
                <a:gd name="connsiteY28" fmla="*/ 15153 h 112904"/>
                <a:gd name="connsiteX29" fmla="*/ 338795 w 507310"/>
                <a:gd name="connsiteY29" fmla="*/ 15153 h 112904"/>
                <a:gd name="connsiteX30" fmla="*/ 338795 w 507310"/>
                <a:gd name="connsiteY30" fmla="*/ 85366 h 112904"/>
                <a:gd name="connsiteX31" fmla="*/ 366424 w 507310"/>
                <a:gd name="connsiteY31" fmla="*/ 112865 h 112904"/>
                <a:gd name="connsiteX32" fmla="*/ 385607 w 507310"/>
                <a:gd name="connsiteY32" fmla="*/ 108986 h 112904"/>
                <a:gd name="connsiteX33" fmla="*/ 300777 w 507310"/>
                <a:gd name="connsiteY33" fmla="*/ 68881 h 112904"/>
                <a:gd name="connsiteX34" fmla="*/ 300777 w 507310"/>
                <a:gd name="connsiteY34" fmla="*/ 110787 h 112904"/>
                <a:gd name="connsiteX35" fmla="*/ 322037 w 507310"/>
                <a:gd name="connsiteY35" fmla="*/ 110787 h 112904"/>
                <a:gd name="connsiteX36" fmla="*/ 322037 w 507310"/>
                <a:gd name="connsiteY36" fmla="*/ 65141 h 112904"/>
                <a:gd name="connsiteX37" fmla="*/ 292054 w 507310"/>
                <a:gd name="connsiteY37" fmla="*/ 32378 h 112904"/>
                <a:gd name="connsiteX38" fmla="*/ 270102 w 507310"/>
                <a:gd name="connsiteY38" fmla="*/ 40759 h 112904"/>
                <a:gd name="connsiteX39" fmla="*/ 270102 w 507310"/>
                <a:gd name="connsiteY39" fmla="*/ -39 h 112904"/>
                <a:gd name="connsiteX40" fmla="*/ 248843 w 507310"/>
                <a:gd name="connsiteY40" fmla="*/ -39 h 112904"/>
                <a:gd name="connsiteX41" fmla="*/ 248843 w 507310"/>
                <a:gd name="connsiteY41" fmla="*/ 110787 h 112904"/>
                <a:gd name="connsiteX42" fmla="*/ 270102 w 507310"/>
                <a:gd name="connsiteY42" fmla="*/ 110787 h 112904"/>
                <a:gd name="connsiteX43" fmla="*/ 270102 w 507310"/>
                <a:gd name="connsiteY43" fmla="*/ 58768 h 112904"/>
                <a:gd name="connsiteX44" fmla="*/ 286378 w 507310"/>
                <a:gd name="connsiteY44" fmla="*/ 52811 h 112904"/>
                <a:gd name="connsiteX45" fmla="*/ 300777 w 507310"/>
                <a:gd name="connsiteY45" fmla="*/ 68881 h 112904"/>
                <a:gd name="connsiteX46" fmla="*/ 216642 w 507310"/>
                <a:gd name="connsiteY46" fmla="*/ 112865 h 112904"/>
                <a:gd name="connsiteX47" fmla="*/ 236794 w 507310"/>
                <a:gd name="connsiteY47" fmla="*/ 107739 h 112904"/>
                <a:gd name="connsiteX48" fmla="*/ 229107 w 507310"/>
                <a:gd name="connsiteY48" fmla="*/ 88968 h 112904"/>
                <a:gd name="connsiteX49" fmla="*/ 217196 w 507310"/>
                <a:gd name="connsiteY49" fmla="*/ 92778 h 112904"/>
                <a:gd name="connsiteX50" fmla="*/ 197599 w 507310"/>
                <a:gd name="connsiteY50" fmla="*/ 72621 h 112904"/>
                <a:gd name="connsiteX51" fmla="*/ 216988 w 507310"/>
                <a:gd name="connsiteY51" fmla="*/ 52465 h 112904"/>
                <a:gd name="connsiteX52" fmla="*/ 228830 w 507310"/>
                <a:gd name="connsiteY52" fmla="*/ 56274 h 112904"/>
                <a:gd name="connsiteX53" fmla="*/ 236655 w 507310"/>
                <a:gd name="connsiteY53" fmla="*/ 37503 h 112904"/>
                <a:gd name="connsiteX54" fmla="*/ 216504 w 507310"/>
                <a:gd name="connsiteY54" fmla="*/ 32308 h 112904"/>
                <a:gd name="connsiteX55" fmla="*/ 176132 w 507310"/>
                <a:gd name="connsiteY55" fmla="*/ 72621 h 112904"/>
                <a:gd name="connsiteX56" fmla="*/ 216642 w 507310"/>
                <a:gd name="connsiteY56" fmla="*/ 112865 h 112904"/>
                <a:gd name="connsiteX57" fmla="*/ 111038 w 507310"/>
                <a:gd name="connsiteY57" fmla="*/ 64794 h 112904"/>
                <a:gd name="connsiteX58" fmla="*/ 128351 w 507310"/>
                <a:gd name="connsiteY58" fmla="*/ 50318 h 112904"/>
                <a:gd name="connsiteX59" fmla="*/ 144901 w 507310"/>
                <a:gd name="connsiteY59" fmla="*/ 64794 h 112904"/>
                <a:gd name="connsiteX60" fmla="*/ 111038 w 507310"/>
                <a:gd name="connsiteY60" fmla="*/ 64794 h 112904"/>
                <a:gd name="connsiteX61" fmla="*/ 129320 w 507310"/>
                <a:gd name="connsiteY61" fmla="*/ 112865 h 112904"/>
                <a:gd name="connsiteX62" fmla="*/ 161244 w 507310"/>
                <a:gd name="connsiteY62" fmla="*/ 96865 h 112904"/>
                <a:gd name="connsiteX63" fmla="*/ 144624 w 507310"/>
                <a:gd name="connsiteY63" fmla="*/ 87721 h 112904"/>
                <a:gd name="connsiteX64" fmla="*/ 129597 w 507310"/>
                <a:gd name="connsiteY64" fmla="*/ 94786 h 112904"/>
                <a:gd name="connsiteX65" fmla="*/ 111038 w 507310"/>
                <a:gd name="connsiteY65" fmla="*/ 80240 h 112904"/>
                <a:gd name="connsiteX66" fmla="*/ 164845 w 507310"/>
                <a:gd name="connsiteY66" fmla="*/ 80240 h 112904"/>
                <a:gd name="connsiteX67" fmla="*/ 165537 w 507310"/>
                <a:gd name="connsiteY67" fmla="*/ 71929 h 112904"/>
                <a:gd name="connsiteX68" fmla="*/ 127935 w 507310"/>
                <a:gd name="connsiteY68" fmla="*/ 32378 h 112904"/>
                <a:gd name="connsiteX69" fmla="*/ 89848 w 507310"/>
                <a:gd name="connsiteY69" fmla="*/ 72483 h 112904"/>
                <a:gd name="connsiteX70" fmla="*/ 129320 w 507310"/>
                <a:gd name="connsiteY70" fmla="*/ 112865 h 112904"/>
                <a:gd name="connsiteX71" fmla="*/ 21224 w 507310"/>
                <a:gd name="connsiteY71" fmla="*/ 85643 h 112904"/>
                <a:gd name="connsiteX72" fmla="*/ 21224 w 507310"/>
                <a:gd name="connsiteY72" fmla="*/ 59530 h 112904"/>
                <a:gd name="connsiteX73" fmla="*/ 38329 w 507310"/>
                <a:gd name="connsiteY73" fmla="*/ 52673 h 112904"/>
                <a:gd name="connsiteX74" fmla="*/ 57165 w 507310"/>
                <a:gd name="connsiteY74" fmla="*/ 72552 h 112904"/>
                <a:gd name="connsiteX75" fmla="*/ 38329 w 507310"/>
                <a:gd name="connsiteY75" fmla="*/ 92501 h 112904"/>
                <a:gd name="connsiteX76" fmla="*/ 21224 w 507310"/>
                <a:gd name="connsiteY76" fmla="*/ 85643 h 112904"/>
                <a:gd name="connsiteX77" fmla="*/ 44354 w 507310"/>
                <a:gd name="connsiteY77" fmla="*/ 112796 h 112904"/>
                <a:gd name="connsiteX78" fmla="*/ 78632 w 507310"/>
                <a:gd name="connsiteY78" fmla="*/ 72552 h 112904"/>
                <a:gd name="connsiteX79" fmla="*/ 44354 w 507310"/>
                <a:gd name="connsiteY79" fmla="*/ 32378 h 112904"/>
                <a:gd name="connsiteX80" fmla="*/ 21224 w 507310"/>
                <a:gd name="connsiteY80" fmla="*/ 41590 h 112904"/>
                <a:gd name="connsiteX81" fmla="*/ 21224 w 507310"/>
                <a:gd name="connsiteY81" fmla="*/ -39 h 112904"/>
                <a:gd name="connsiteX82" fmla="*/ -35 w 507310"/>
                <a:gd name="connsiteY82" fmla="*/ -39 h 112904"/>
                <a:gd name="connsiteX83" fmla="*/ -35 w 507310"/>
                <a:gd name="connsiteY83" fmla="*/ 110787 h 112904"/>
                <a:gd name="connsiteX84" fmla="*/ 15892 w 507310"/>
                <a:gd name="connsiteY84" fmla="*/ 110787 h 112904"/>
                <a:gd name="connsiteX85" fmla="*/ 19078 w 507310"/>
                <a:gd name="connsiteY85" fmla="*/ 101436 h 112904"/>
                <a:gd name="connsiteX86" fmla="*/ 44354 w 507310"/>
                <a:gd name="connsiteY86" fmla="*/ 112796 h 1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507310" h="112904">
                  <a:moveTo>
                    <a:pt x="452773" y="64794"/>
                  </a:moveTo>
                  <a:cubicBezTo>
                    <a:pt x="454510" y="56067"/>
                    <a:pt x="461360" y="50318"/>
                    <a:pt x="470088" y="50318"/>
                  </a:cubicBezTo>
                  <a:cubicBezTo>
                    <a:pt x="479019" y="50318"/>
                    <a:pt x="485394" y="56206"/>
                    <a:pt x="486639" y="64794"/>
                  </a:cubicBezTo>
                  <a:lnTo>
                    <a:pt x="452773" y="64794"/>
                  </a:lnTo>
                  <a:close/>
                  <a:moveTo>
                    <a:pt x="471055" y="112865"/>
                  </a:moveTo>
                  <a:cubicBezTo>
                    <a:pt x="485044" y="112865"/>
                    <a:pt x="496887" y="107047"/>
                    <a:pt x="502983" y="96865"/>
                  </a:cubicBezTo>
                  <a:lnTo>
                    <a:pt x="486361" y="87721"/>
                  </a:lnTo>
                  <a:cubicBezTo>
                    <a:pt x="482898" y="92570"/>
                    <a:pt x="477430" y="94786"/>
                    <a:pt x="471334" y="94786"/>
                  </a:cubicBezTo>
                  <a:cubicBezTo>
                    <a:pt x="461360" y="94786"/>
                    <a:pt x="454575" y="88691"/>
                    <a:pt x="452773" y="80240"/>
                  </a:cubicBezTo>
                  <a:lnTo>
                    <a:pt x="506582" y="80240"/>
                  </a:lnTo>
                  <a:cubicBezTo>
                    <a:pt x="506998" y="77955"/>
                    <a:pt x="507276" y="74976"/>
                    <a:pt x="507276" y="71929"/>
                  </a:cubicBezTo>
                  <a:cubicBezTo>
                    <a:pt x="507276" y="48933"/>
                    <a:pt x="491414" y="32378"/>
                    <a:pt x="469673" y="32378"/>
                  </a:cubicBezTo>
                  <a:cubicBezTo>
                    <a:pt x="447720" y="32378"/>
                    <a:pt x="431584" y="48586"/>
                    <a:pt x="431584" y="72483"/>
                  </a:cubicBezTo>
                  <a:cubicBezTo>
                    <a:pt x="431584" y="95548"/>
                    <a:pt x="446404" y="112865"/>
                    <a:pt x="471055" y="112865"/>
                  </a:cubicBezTo>
                  <a:moveTo>
                    <a:pt x="396341" y="110787"/>
                  </a:moveTo>
                  <a:lnTo>
                    <a:pt x="417600" y="110787"/>
                  </a:lnTo>
                  <a:lnTo>
                    <a:pt x="417600" y="-39"/>
                  </a:lnTo>
                  <a:lnTo>
                    <a:pt x="396341" y="-39"/>
                  </a:lnTo>
                  <a:lnTo>
                    <a:pt x="396341" y="110787"/>
                  </a:lnTo>
                  <a:close/>
                  <a:moveTo>
                    <a:pt x="385607" y="108986"/>
                  </a:moveTo>
                  <a:lnTo>
                    <a:pt x="379446" y="91116"/>
                  </a:lnTo>
                  <a:cubicBezTo>
                    <a:pt x="376879" y="92293"/>
                    <a:pt x="373973" y="92917"/>
                    <a:pt x="371132" y="92917"/>
                  </a:cubicBezTo>
                  <a:cubicBezTo>
                    <a:pt x="364485" y="92917"/>
                    <a:pt x="360055" y="89453"/>
                    <a:pt x="360055" y="81349"/>
                  </a:cubicBezTo>
                  <a:lnTo>
                    <a:pt x="360055" y="53850"/>
                  </a:lnTo>
                  <a:lnTo>
                    <a:pt x="378545" y="53850"/>
                  </a:lnTo>
                  <a:lnTo>
                    <a:pt x="385400" y="34456"/>
                  </a:lnTo>
                  <a:lnTo>
                    <a:pt x="365249" y="34456"/>
                  </a:lnTo>
                  <a:lnTo>
                    <a:pt x="360055" y="49140"/>
                  </a:lnTo>
                  <a:lnTo>
                    <a:pt x="360055" y="15153"/>
                  </a:lnTo>
                  <a:lnTo>
                    <a:pt x="338795" y="15153"/>
                  </a:lnTo>
                  <a:lnTo>
                    <a:pt x="338795" y="85366"/>
                  </a:lnTo>
                  <a:cubicBezTo>
                    <a:pt x="338795" y="102129"/>
                    <a:pt x="348627" y="112865"/>
                    <a:pt x="366424" y="112865"/>
                  </a:cubicBezTo>
                  <a:cubicBezTo>
                    <a:pt x="373421" y="112865"/>
                    <a:pt x="380276" y="111480"/>
                    <a:pt x="385607" y="108986"/>
                  </a:cubicBezTo>
                  <a:moveTo>
                    <a:pt x="300777" y="68881"/>
                  </a:moveTo>
                  <a:lnTo>
                    <a:pt x="300777" y="110787"/>
                  </a:lnTo>
                  <a:lnTo>
                    <a:pt x="322037" y="110787"/>
                  </a:lnTo>
                  <a:lnTo>
                    <a:pt x="322037" y="65141"/>
                  </a:lnTo>
                  <a:cubicBezTo>
                    <a:pt x="322037" y="42906"/>
                    <a:pt x="309020" y="32378"/>
                    <a:pt x="292054" y="32378"/>
                  </a:cubicBezTo>
                  <a:cubicBezTo>
                    <a:pt x="283811" y="32378"/>
                    <a:pt x="276402" y="35148"/>
                    <a:pt x="270102" y="40759"/>
                  </a:cubicBezTo>
                  <a:lnTo>
                    <a:pt x="270102" y="-39"/>
                  </a:lnTo>
                  <a:lnTo>
                    <a:pt x="248843" y="-39"/>
                  </a:lnTo>
                  <a:lnTo>
                    <a:pt x="248843" y="110787"/>
                  </a:lnTo>
                  <a:lnTo>
                    <a:pt x="270102" y="110787"/>
                  </a:lnTo>
                  <a:lnTo>
                    <a:pt x="270102" y="58768"/>
                  </a:lnTo>
                  <a:cubicBezTo>
                    <a:pt x="274466" y="54959"/>
                    <a:pt x="279933" y="52811"/>
                    <a:pt x="286378" y="52811"/>
                  </a:cubicBezTo>
                  <a:cubicBezTo>
                    <a:pt x="295588" y="52811"/>
                    <a:pt x="300777" y="58214"/>
                    <a:pt x="300777" y="68881"/>
                  </a:cubicBezTo>
                  <a:moveTo>
                    <a:pt x="216642" y="112865"/>
                  </a:moveTo>
                  <a:cubicBezTo>
                    <a:pt x="223982" y="112865"/>
                    <a:pt x="230977" y="111064"/>
                    <a:pt x="236794" y="107739"/>
                  </a:cubicBezTo>
                  <a:lnTo>
                    <a:pt x="229107" y="88968"/>
                  </a:lnTo>
                  <a:cubicBezTo>
                    <a:pt x="225783" y="91462"/>
                    <a:pt x="221628" y="92778"/>
                    <a:pt x="217196" y="92778"/>
                  </a:cubicBezTo>
                  <a:cubicBezTo>
                    <a:pt x="205978" y="92778"/>
                    <a:pt x="197599" y="84397"/>
                    <a:pt x="197599" y="72621"/>
                  </a:cubicBezTo>
                  <a:cubicBezTo>
                    <a:pt x="197599" y="60984"/>
                    <a:pt x="205632" y="52465"/>
                    <a:pt x="216988" y="52465"/>
                  </a:cubicBezTo>
                  <a:cubicBezTo>
                    <a:pt x="221559" y="52465"/>
                    <a:pt x="225575" y="53850"/>
                    <a:pt x="228830" y="56274"/>
                  </a:cubicBezTo>
                  <a:lnTo>
                    <a:pt x="236655" y="37503"/>
                  </a:lnTo>
                  <a:cubicBezTo>
                    <a:pt x="230769" y="34179"/>
                    <a:pt x="223844" y="32308"/>
                    <a:pt x="216504" y="32308"/>
                  </a:cubicBezTo>
                  <a:cubicBezTo>
                    <a:pt x="193513" y="32308"/>
                    <a:pt x="176132" y="49833"/>
                    <a:pt x="176132" y="72621"/>
                  </a:cubicBezTo>
                  <a:cubicBezTo>
                    <a:pt x="176132" y="95410"/>
                    <a:pt x="193651" y="112865"/>
                    <a:pt x="216642" y="112865"/>
                  </a:cubicBezTo>
                  <a:moveTo>
                    <a:pt x="111038" y="64794"/>
                  </a:moveTo>
                  <a:cubicBezTo>
                    <a:pt x="112770" y="56067"/>
                    <a:pt x="119625" y="50318"/>
                    <a:pt x="128351" y="50318"/>
                  </a:cubicBezTo>
                  <a:cubicBezTo>
                    <a:pt x="137284" y="50318"/>
                    <a:pt x="143655" y="56206"/>
                    <a:pt x="144901" y="64794"/>
                  </a:cubicBezTo>
                  <a:lnTo>
                    <a:pt x="111038" y="64794"/>
                  </a:lnTo>
                  <a:close/>
                  <a:moveTo>
                    <a:pt x="129320" y="112865"/>
                  </a:moveTo>
                  <a:cubicBezTo>
                    <a:pt x="143308" y="112865"/>
                    <a:pt x="155150" y="107047"/>
                    <a:pt x="161244" y="96865"/>
                  </a:cubicBezTo>
                  <a:lnTo>
                    <a:pt x="144624" y="87721"/>
                  </a:lnTo>
                  <a:cubicBezTo>
                    <a:pt x="141162" y="92570"/>
                    <a:pt x="135691" y="94786"/>
                    <a:pt x="129597" y="94786"/>
                  </a:cubicBezTo>
                  <a:cubicBezTo>
                    <a:pt x="119625" y="94786"/>
                    <a:pt x="112839" y="88691"/>
                    <a:pt x="111038" y="80240"/>
                  </a:cubicBezTo>
                  <a:lnTo>
                    <a:pt x="164845" y="80240"/>
                  </a:lnTo>
                  <a:cubicBezTo>
                    <a:pt x="165260" y="77955"/>
                    <a:pt x="165537" y="74976"/>
                    <a:pt x="165537" y="71929"/>
                  </a:cubicBezTo>
                  <a:cubicBezTo>
                    <a:pt x="165537" y="48933"/>
                    <a:pt x="149679" y="32378"/>
                    <a:pt x="127935" y="32378"/>
                  </a:cubicBezTo>
                  <a:cubicBezTo>
                    <a:pt x="105983" y="32378"/>
                    <a:pt x="89848" y="48586"/>
                    <a:pt x="89848" y="72483"/>
                  </a:cubicBezTo>
                  <a:cubicBezTo>
                    <a:pt x="89848" y="95548"/>
                    <a:pt x="104668" y="112865"/>
                    <a:pt x="129320" y="112865"/>
                  </a:cubicBezTo>
                  <a:moveTo>
                    <a:pt x="21224" y="85643"/>
                  </a:moveTo>
                  <a:lnTo>
                    <a:pt x="21224" y="59530"/>
                  </a:lnTo>
                  <a:cubicBezTo>
                    <a:pt x="25725" y="55097"/>
                    <a:pt x="31473" y="52673"/>
                    <a:pt x="38329" y="52673"/>
                  </a:cubicBezTo>
                  <a:cubicBezTo>
                    <a:pt x="49962" y="52673"/>
                    <a:pt x="57165" y="59738"/>
                    <a:pt x="57165" y="72552"/>
                  </a:cubicBezTo>
                  <a:cubicBezTo>
                    <a:pt x="57165" y="85436"/>
                    <a:pt x="49962" y="92501"/>
                    <a:pt x="38329" y="92501"/>
                  </a:cubicBezTo>
                  <a:cubicBezTo>
                    <a:pt x="31473" y="92501"/>
                    <a:pt x="25725" y="90077"/>
                    <a:pt x="21224" y="85643"/>
                  </a:cubicBezTo>
                  <a:moveTo>
                    <a:pt x="44354" y="112796"/>
                  </a:moveTo>
                  <a:cubicBezTo>
                    <a:pt x="65267" y="112796"/>
                    <a:pt x="78632" y="95756"/>
                    <a:pt x="78632" y="72552"/>
                  </a:cubicBezTo>
                  <a:cubicBezTo>
                    <a:pt x="78632" y="49417"/>
                    <a:pt x="65267" y="32378"/>
                    <a:pt x="44354" y="32378"/>
                  </a:cubicBezTo>
                  <a:cubicBezTo>
                    <a:pt x="35489" y="32378"/>
                    <a:pt x="27734" y="35426"/>
                    <a:pt x="21224" y="41590"/>
                  </a:cubicBezTo>
                  <a:lnTo>
                    <a:pt x="21224" y="-39"/>
                  </a:lnTo>
                  <a:lnTo>
                    <a:pt x="-35" y="-39"/>
                  </a:lnTo>
                  <a:lnTo>
                    <a:pt x="-35" y="110787"/>
                  </a:lnTo>
                  <a:lnTo>
                    <a:pt x="15892" y="110787"/>
                  </a:lnTo>
                  <a:lnTo>
                    <a:pt x="19078" y="101436"/>
                  </a:lnTo>
                  <a:cubicBezTo>
                    <a:pt x="26002" y="109055"/>
                    <a:pt x="34520" y="112796"/>
                    <a:pt x="44354" y="112796"/>
                  </a:cubicBezTo>
                </a:path>
              </a:pathLst>
            </a:custGeom>
            <a:grpFill/>
            <a:ln w="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7FB50B-3250-D1EF-487D-3276D31FAA5E}"/>
                </a:ext>
              </a:extLst>
            </p:cNvPr>
            <p:cNvSpPr/>
            <p:nvPr/>
          </p:nvSpPr>
          <p:spPr>
            <a:xfrm>
              <a:off x="11181060" y="369001"/>
              <a:ext cx="98221" cy="142269"/>
            </a:xfrm>
            <a:custGeom>
              <a:avLst/>
              <a:gdLst>
                <a:gd name="connsiteX0" fmla="*/ 26322 w 98221"/>
                <a:gd name="connsiteY0" fmla="*/ -39 h 142269"/>
                <a:gd name="connsiteX1" fmla="*/ 14112 w 98221"/>
                <a:gd name="connsiteY1" fmla="*/ 1012 h 142269"/>
                <a:gd name="connsiteX2" fmla="*/ -35 w 98221"/>
                <a:gd name="connsiteY2" fmla="*/ 41975 h 142269"/>
                <a:gd name="connsiteX3" fmla="*/ 71352 w 98221"/>
                <a:gd name="connsiteY3" fmla="*/ 41903 h 142269"/>
                <a:gd name="connsiteX4" fmla="*/ 72461 w 98221"/>
                <a:gd name="connsiteY4" fmla="*/ 43450 h 142269"/>
                <a:gd name="connsiteX5" fmla="*/ 38349 w 98221"/>
                <a:gd name="connsiteY5" fmla="*/ 142230 h 142269"/>
                <a:gd name="connsiteX6" fmla="*/ 98187 w 98221"/>
                <a:gd name="connsiteY6" fmla="*/ 71606 h 142269"/>
                <a:gd name="connsiteX7" fmla="*/ 26322 w 98221"/>
                <a:gd name="connsiteY7" fmla="*/ -39 h 14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221" h="142269">
                  <a:moveTo>
                    <a:pt x="26322" y="-39"/>
                  </a:moveTo>
                  <a:cubicBezTo>
                    <a:pt x="22158" y="-39"/>
                    <a:pt x="18083" y="334"/>
                    <a:pt x="14112" y="1012"/>
                  </a:cubicBezTo>
                  <a:lnTo>
                    <a:pt x="-35" y="41975"/>
                  </a:lnTo>
                  <a:lnTo>
                    <a:pt x="71352" y="41903"/>
                  </a:lnTo>
                  <a:cubicBezTo>
                    <a:pt x="72157" y="41902"/>
                    <a:pt x="72724" y="42692"/>
                    <a:pt x="72461" y="43450"/>
                  </a:cubicBezTo>
                  <a:lnTo>
                    <a:pt x="38349" y="142230"/>
                  </a:lnTo>
                  <a:cubicBezTo>
                    <a:pt x="72310" y="136522"/>
                    <a:pt x="98187" y="107084"/>
                    <a:pt x="98187" y="71606"/>
                  </a:cubicBezTo>
                  <a:cubicBezTo>
                    <a:pt x="98187" y="32036"/>
                    <a:pt x="66012" y="-39"/>
                    <a:pt x="26322" y="-39"/>
                  </a:cubicBezTo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A8DB74E-ACEE-A3E6-A001-65CDD08ACFBF}"/>
                </a:ext>
              </a:extLst>
            </p:cNvPr>
            <p:cNvSpPr/>
            <p:nvPr/>
          </p:nvSpPr>
          <p:spPr>
            <a:xfrm>
              <a:off x="11136000" y="370013"/>
              <a:ext cx="97715" cy="142269"/>
            </a:xfrm>
            <a:custGeom>
              <a:avLst/>
              <a:gdLst>
                <a:gd name="connsiteX0" fmla="*/ 25433 w 97715"/>
                <a:gd name="connsiteY0" fmla="*/ 98740 h 142269"/>
                <a:gd name="connsiteX1" fmla="*/ 59434 w 97715"/>
                <a:gd name="connsiteY1" fmla="*/ -39 h 142269"/>
                <a:gd name="connsiteX2" fmla="*/ -35 w 97715"/>
                <a:gd name="connsiteY2" fmla="*/ 70571 h 142269"/>
                <a:gd name="connsiteX3" fmla="*/ 71605 w 97715"/>
                <a:gd name="connsiteY3" fmla="*/ 142230 h 142269"/>
                <a:gd name="connsiteX4" fmla="*/ 83595 w 97715"/>
                <a:gd name="connsiteY4" fmla="*/ 141212 h 142269"/>
                <a:gd name="connsiteX5" fmla="*/ 97681 w 97715"/>
                <a:gd name="connsiteY5" fmla="*/ 100286 h 142269"/>
                <a:gd name="connsiteX6" fmla="*/ 26538 w 97715"/>
                <a:gd name="connsiteY6" fmla="*/ 100289 h 142269"/>
                <a:gd name="connsiteX7" fmla="*/ 25433 w 97715"/>
                <a:gd name="connsiteY7" fmla="*/ 98740 h 14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715" h="142269">
                  <a:moveTo>
                    <a:pt x="25433" y="98740"/>
                  </a:moveTo>
                  <a:lnTo>
                    <a:pt x="59434" y="-39"/>
                  </a:lnTo>
                  <a:cubicBezTo>
                    <a:pt x="25757" y="5818"/>
                    <a:pt x="-35" y="35208"/>
                    <a:pt x="-35" y="70571"/>
                  </a:cubicBezTo>
                  <a:cubicBezTo>
                    <a:pt x="-35" y="110146"/>
                    <a:pt x="32040" y="142230"/>
                    <a:pt x="71605" y="142230"/>
                  </a:cubicBezTo>
                  <a:cubicBezTo>
                    <a:pt x="75693" y="142230"/>
                    <a:pt x="79695" y="141869"/>
                    <a:pt x="83595" y="141212"/>
                  </a:cubicBezTo>
                  <a:lnTo>
                    <a:pt x="97681" y="100286"/>
                  </a:lnTo>
                  <a:lnTo>
                    <a:pt x="26538" y="100289"/>
                  </a:lnTo>
                  <a:cubicBezTo>
                    <a:pt x="25735" y="100289"/>
                    <a:pt x="25172" y="99499"/>
                    <a:pt x="25433" y="98740"/>
                  </a:cubicBezTo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00912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F57E008E-7FC5-2444-AE7E-FE6EDBBB5293}"/>
              </a:ext>
            </a:extLst>
          </p:cNvPr>
          <p:cNvSpPr>
            <a:spLocks/>
          </p:cNvSpPr>
          <p:nvPr userDrawn="1"/>
        </p:nvSpPr>
        <p:spPr bwMode="gray">
          <a:xfrm>
            <a:off x="4910456" y="-4377"/>
            <a:ext cx="7281545" cy="6862377"/>
          </a:xfrm>
          <a:custGeom>
            <a:avLst/>
            <a:gdLst>
              <a:gd name="connsiteX0" fmla="*/ 2352560 w 7281545"/>
              <a:gd name="connsiteY0" fmla="*/ 0 h 6862377"/>
              <a:gd name="connsiteX1" fmla="*/ 7281545 w 7281545"/>
              <a:gd name="connsiteY1" fmla="*/ 0 h 6862377"/>
              <a:gd name="connsiteX2" fmla="*/ 7281545 w 7281545"/>
              <a:gd name="connsiteY2" fmla="*/ 6862377 h 6862377"/>
              <a:gd name="connsiteX3" fmla="*/ 0 w 7281545"/>
              <a:gd name="connsiteY3" fmla="*/ 6862377 h 686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1545" h="6862377">
                <a:moveTo>
                  <a:pt x="2352560" y="0"/>
                </a:moveTo>
                <a:lnTo>
                  <a:pt x="7281545" y="0"/>
                </a:lnTo>
                <a:lnTo>
                  <a:pt x="7281545" y="6862377"/>
                </a:lnTo>
                <a:lnTo>
                  <a:pt x="0" y="6862377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rgbClr val="2FFB95"/>
              </a:gs>
            </a:gsLst>
            <a:lin ang="16200000" scaled="1"/>
            <a:tileRect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19639982-F834-397F-AC66-D89F9404B9AE}"/>
              </a:ext>
            </a:extLst>
          </p:cNvPr>
          <p:cNvSpPr>
            <a:spLocks/>
          </p:cNvSpPr>
          <p:nvPr userDrawn="1"/>
        </p:nvSpPr>
        <p:spPr bwMode="gray">
          <a:xfrm>
            <a:off x="2" y="-4377"/>
            <a:ext cx="7275021" cy="6862377"/>
          </a:xfrm>
          <a:custGeom>
            <a:avLst/>
            <a:gdLst>
              <a:gd name="connsiteX0" fmla="*/ 0 w 7275021"/>
              <a:gd name="connsiteY0" fmla="*/ 0 h 6862377"/>
              <a:gd name="connsiteX1" fmla="*/ 7275021 w 7275021"/>
              <a:gd name="connsiteY1" fmla="*/ 0 h 6862377"/>
              <a:gd name="connsiteX2" fmla="*/ 4922461 w 7275021"/>
              <a:gd name="connsiteY2" fmla="*/ 6862377 h 6862377"/>
              <a:gd name="connsiteX3" fmla="*/ 0 w 7275021"/>
              <a:gd name="connsiteY3" fmla="*/ 6862377 h 686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5021" h="6862377">
                <a:moveTo>
                  <a:pt x="0" y="0"/>
                </a:moveTo>
                <a:lnTo>
                  <a:pt x="7275021" y="0"/>
                </a:lnTo>
                <a:lnTo>
                  <a:pt x="4922461" y="6862377"/>
                </a:lnTo>
                <a:lnTo>
                  <a:pt x="0" y="686237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2FFB95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495552" y="1809000"/>
            <a:ext cx="7200898" cy="3239250"/>
          </a:xfrm>
        </p:spPr>
        <p:txBody>
          <a:bodyPr anchor="ctr"/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Kernaussage /</a:t>
            </a:r>
            <a:br>
              <a:rPr lang="de-DE"/>
            </a:br>
            <a:r>
              <a:rPr lang="de-DE"/>
              <a:t>Zitat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97628" y="729000"/>
            <a:ext cx="1396746" cy="252905"/>
          </a:xfrm>
          <a:prstGeom prst="parallelogram">
            <a:avLst>
              <a:gd name="adj" fmla="val 35918"/>
            </a:avLst>
          </a:prstGeom>
          <a:solidFill>
            <a:schemeClr val="accent1"/>
          </a:solidFill>
        </p:spPr>
        <p:txBody>
          <a:bodyPr wrap="none" lIns="252000" tIns="21600" rIns="252000" bIns="2160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EAD52C-B7D7-F432-5A7B-ABD8C013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4F3EB726-BBDE-4D7E-8BCD-4D8D3B7D20A0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2BB6AB8-EF2B-EF48-585A-2EBB546C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E3FB57A-93DC-631C-4ED2-37596122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425297211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5999" y="728664"/>
            <a:ext cx="6480000" cy="360045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F38532DC-1F8A-A0BE-9320-64962F7AFD26}"/>
              </a:ext>
            </a:extLst>
          </p:cNvPr>
          <p:cNvSpPr/>
          <p:nvPr userDrawn="1"/>
        </p:nvSpPr>
        <p:spPr bwMode="gray">
          <a:xfrm>
            <a:off x="8256000" y="-4376"/>
            <a:ext cx="3935999" cy="6862376"/>
          </a:xfrm>
          <a:custGeom>
            <a:avLst/>
            <a:gdLst>
              <a:gd name="connsiteX0" fmla="*/ 2362903 w 3935999"/>
              <a:gd name="connsiteY0" fmla="*/ 0 h 6862376"/>
              <a:gd name="connsiteX1" fmla="*/ 3197048 w 3935999"/>
              <a:gd name="connsiteY1" fmla="*/ 0 h 6862376"/>
              <a:gd name="connsiteX2" fmla="*/ 3197049 w 3935999"/>
              <a:gd name="connsiteY2" fmla="*/ 0 h 6862376"/>
              <a:gd name="connsiteX3" fmla="*/ 3935999 w 3935999"/>
              <a:gd name="connsiteY3" fmla="*/ 0 h 6862376"/>
              <a:gd name="connsiteX4" fmla="*/ 3935999 w 3935999"/>
              <a:gd name="connsiteY4" fmla="*/ 6862376 h 6862376"/>
              <a:gd name="connsiteX5" fmla="*/ 3197049 w 3935999"/>
              <a:gd name="connsiteY5" fmla="*/ 6862376 h 6862376"/>
              <a:gd name="connsiteX6" fmla="*/ 3197048 w 3935999"/>
              <a:gd name="connsiteY6" fmla="*/ 6862376 h 6862376"/>
              <a:gd name="connsiteX7" fmla="*/ 0 w 3935999"/>
              <a:gd name="connsiteY7" fmla="*/ 6862376 h 686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5999" h="6862376">
                <a:moveTo>
                  <a:pt x="2362903" y="0"/>
                </a:moveTo>
                <a:lnTo>
                  <a:pt x="3197048" y="0"/>
                </a:lnTo>
                <a:lnTo>
                  <a:pt x="3197049" y="0"/>
                </a:lnTo>
                <a:lnTo>
                  <a:pt x="3935999" y="0"/>
                </a:lnTo>
                <a:lnTo>
                  <a:pt x="3935999" y="6862376"/>
                </a:lnTo>
                <a:lnTo>
                  <a:pt x="3197049" y="6862376"/>
                </a:lnTo>
                <a:lnTo>
                  <a:pt x="3197048" y="6862376"/>
                </a:lnTo>
                <a:lnTo>
                  <a:pt x="0" y="6862376"/>
                </a:lnTo>
                <a:close/>
              </a:path>
            </a:pathLst>
          </a:custGeom>
          <a:gradFill>
            <a:gsLst>
              <a:gs pos="0">
                <a:srgbClr val="2FFB95"/>
              </a:gs>
              <a:gs pos="100000">
                <a:schemeClr val="accent2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EFEF2640-82C2-1907-48C9-0F51BFD5B68F}"/>
              </a:ext>
            </a:extLst>
          </p:cNvPr>
          <p:cNvSpPr/>
          <p:nvPr userDrawn="1"/>
        </p:nvSpPr>
        <p:spPr bwMode="gray">
          <a:xfrm>
            <a:off x="8255999" y="6131748"/>
            <a:ext cx="3936000" cy="726252"/>
          </a:xfrm>
          <a:custGeom>
            <a:avLst/>
            <a:gdLst>
              <a:gd name="connsiteX0" fmla="*/ 250509 w 3936000"/>
              <a:gd name="connsiteY0" fmla="*/ 0 h 726252"/>
              <a:gd name="connsiteX1" fmla="*/ 3197049 w 3936000"/>
              <a:gd name="connsiteY1" fmla="*/ 0 h 726252"/>
              <a:gd name="connsiteX2" fmla="*/ 3936000 w 3936000"/>
              <a:gd name="connsiteY2" fmla="*/ 0 h 726252"/>
              <a:gd name="connsiteX3" fmla="*/ 3936000 w 3936000"/>
              <a:gd name="connsiteY3" fmla="*/ 726252 h 726252"/>
              <a:gd name="connsiteX4" fmla="*/ 3197049 w 3936000"/>
              <a:gd name="connsiteY4" fmla="*/ 726252 h 726252"/>
              <a:gd name="connsiteX5" fmla="*/ 0 w 3936000"/>
              <a:gd name="connsiteY5" fmla="*/ 726252 h 72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6000" h="726252">
                <a:moveTo>
                  <a:pt x="250509" y="0"/>
                </a:moveTo>
                <a:lnTo>
                  <a:pt x="3197049" y="0"/>
                </a:lnTo>
                <a:lnTo>
                  <a:pt x="3936000" y="0"/>
                </a:lnTo>
                <a:lnTo>
                  <a:pt x="3936000" y="726252"/>
                </a:lnTo>
                <a:lnTo>
                  <a:pt x="3197049" y="726252"/>
                </a:lnTo>
                <a:lnTo>
                  <a:pt x="0" y="72625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7F85EEF-8CC7-E373-FE56-506F3E1478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768975"/>
            <a:ext cx="2159000" cy="7254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AE5BB9-1DB3-1913-DFFD-883A3AF2FE5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E521221F-27AA-4B41-98DB-30DFD7FAE6B4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06AD899-D7CD-AFFD-1C22-C19960B455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24F2941-8533-F68C-DBA9-74F7F5BC01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64138002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588" cy="359663"/>
          </a:xfrm>
        </p:spPr>
        <p:txBody>
          <a:bodyPr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57C3D80-D16F-8D73-CA20-EBE427A7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CAAB-FF22-4A76-AC54-878B694369C0}" type="datetime1">
              <a:rPr lang="de-DE" smtClean="0"/>
              <a:t>16.06.26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A6B884E-3C61-8963-6DC6-CF977818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22DAB39-4E0E-2258-3388-D6747AD6E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191602099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588" cy="359663"/>
          </a:xfrm>
        </p:spPr>
        <p:txBody>
          <a:bodyPr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E67BD2-2449-C519-42E2-731978521F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9B05ED-C3AE-4184-A9D1-C45EB92F8375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9EBA09-0204-DB04-0429-23A47BB8865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CA0B41-18DE-F882-5A54-48B9E745B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14109648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20000" cy="2160587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3249000"/>
            <a:ext cx="4320000" cy="32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1AB6086E-62D5-B41A-C7FD-F16DA7B89F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096000" y="728663"/>
            <a:ext cx="3600000" cy="5761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7E3E91-9354-B159-CF25-04957436152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6CAA83-E54F-4817-9B9C-0795CF357FF4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C2B936-7B98-6622-77A1-30F082B772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5163D9-1040-1E65-0658-C21A6F10C68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93434852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00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4679450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8997800C-1D72-49C8-8646-9B739F9C5B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2168999"/>
            <a:ext cx="4679450" cy="4320701"/>
          </a:xfrm>
        </p:spPr>
        <p:txBody>
          <a:bodyPr/>
          <a:lstStyle>
            <a:lvl4pPr>
              <a:buAutoNum type="arabicPeriod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68FF25-C5A5-41CE-EB7F-AF8C2F6350F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C81B53B-2D5F-4452-ACE3-44B8D9F37E07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C3B53D-33DE-D3F9-7771-B8C60E4535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BE2D85-F8A4-E46C-5E68-A19B87B584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121245399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Sma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4DE1AFF-869A-995E-B35D-A5ED4668CA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49" y="728663"/>
            <a:ext cx="4319589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49" y="2168999"/>
            <a:ext cx="4319589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55452" y="-1"/>
            <a:ext cx="3936548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26571ABD-4627-EF33-5C8A-5B66C5D71A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5999" y="369000"/>
            <a:ext cx="4319589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C29A1A8-0CF2-0D95-05FA-E321880BAF5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0E9EC02B-1486-496A-A624-EC8B33F2D8FD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AB848B8-78BC-6DAD-11EE-FA4760A132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4880025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Mediu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ADF9024-F506-987B-0916-EDAA3F2F00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1958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4319588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398598AF-4D55-DC48-EF8E-DF4D94AAD8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19588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B6524A2A-7EBD-B5AB-F191-6CF54C566F3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61BB5CDA-8E09-4605-B765-53409FBBCA3F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258A832-849C-13F4-EC8F-94326DE2D49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96000" y="-1"/>
            <a:ext cx="6096000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</p:spTree>
    <p:extLst>
      <p:ext uri="{BB962C8B-B14F-4D97-AF65-F5344CB8AC3E}">
        <p14:creationId xmlns:p14="http://schemas.microsoft.com/office/powerpoint/2010/main" val="320004724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Big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B7F561-44EE-122E-E726-92159016EC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935413" y="-1"/>
            <a:ext cx="8256587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2879725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2879725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D081EC67-994C-5085-4A2E-75A744838B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2879725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2EB2AFCF-5B30-2DBD-B875-3578FC7AD3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F2A1CC83-F5AC-4070-AAA6-8EEEB75BC39C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DD6F27E-168B-E554-26E5-9663732DB8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402226823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mall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656550" y="728663"/>
            <a:ext cx="5039900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656550" y="2168999"/>
            <a:ext cx="5039900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3936138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F215CE8-F48F-73F0-333D-B55AEA96E1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550" y="369000"/>
            <a:ext cx="50399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9F8EA3-5A6F-EC71-13F2-4FF7B67AAE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0AAF92F-4011-4E04-B45F-06E1766B3C10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73B9F6-CCB1-D962-9F0F-28E3E3087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5D2049-1AFA-62AE-D8BF-10A093FF874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413408029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Mediu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816549" y="728663"/>
            <a:ext cx="4319763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816549" y="2168999"/>
            <a:ext cx="4319763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6096137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518EFCFE-F9A6-B8D2-FA90-E5548C5D3B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816550" y="369000"/>
            <a:ext cx="360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A00DFF-216C-355A-7305-CB62D2B416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F7421E4-EFFE-4FDC-903C-44918D671C27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D9DD69-C1F1-B5B1-529B-70FC69190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EA37D2-6BE4-3BB6-599E-274FB62CE5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405477078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5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96000" y="0"/>
            <a:ext cx="3240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80E92989-F0E6-0F19-079A-9F6B5A5FA7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096000" y="2889000"/>
            <a:ext cx="3240000" cy="3969000"/>
          </a:xfrm>
          <a:prstGeom prst="rect">
            <a:avLst/>
          </a:prstGeom>
          <a:noFill/>
        </p:spPr>
        <p:txBody>
          <a:bodyPr wrap="square" lIns="180000" tIns="19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</a:t>
            </a:r>
            <a:br>
              <a:rPr lang="de-DE" dirty="0"/>
            </a:br>
            <a:r>
              <a:rPr lang="de-DE" dirty="0"/>
              <a:t>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</a:t>
            </a:r>
            <a:br>
              <a:rPr lang="de-DE" dirty="0"/>
            </a:br>
            <a:r>
              <a:rPr lang="de-DE" dirty="0"/>
              <a:t>an und klicke einfügen.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161E7C17-3C71-4063-D748-63C7444E384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16000" y="0"/>
            <a:ext cx="2676000" cy="1449388"/>
          </a:xfrm>
          <a:prstGeom prst="rect">
            <a:avLst/>
          </a:prstGeom>
          <a:noFill/>
        </p:spPr>
        <p:txBody>
          <a:bodyPr wrap="square" lIns="180000" tIns="79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80A7927-6A30-2A74-FCF0-2365262FA0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516000" y="1620112"/>
            <a:ext cx="2676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8452F82-CBF9-42F4-9DD7-5FE82F95D06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9516000" y="4509000"/>
            <a:ext cx="2676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201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4320138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D6879384-8051-4EF3-1D02-129259A6D4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20138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F566150-84A1-81F6-2C04-F26AF1897A2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272145AD-D70A-4789-9824-1DB16B9E3A2A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A136D15-E4B6-18D5-CFAD-CA5F1D4470B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BEC3FB7-DCC3-E380-1FA7-6EAFFF5002C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24170073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8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19450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E3157AB-034D-06E9-C24B-4C58CB6B44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2169000"/>
            <a:ext cx="5916000" cy="2160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23B38FA6-6851-EE7D-3892-47195EA71B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4509000"/>
            <a:ext cx="3216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22CA8CAE-7BE6-30F6-6C69-A505C754EE7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96000" y="4509000"/>
            <a:ext cx="2520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03F639EB-527C-A7BD-43B3-BF22BE47B55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096000" y="0"/>
            <a:ext cx="3240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3DDED57A-599E-776F-036B-2E0FAAA83BA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096000" y="2889000"/>
            <a:ext cx="3240000" cy="3969000"/>
          </a:xfrm>
          <a:prstGeom prst="rect">
            <a:avLst/>
          </a:prstGeom>
          <a:noFill/>
        </p:spPr>
        <p:txBody>
          <a:bodyPr wrap="square" lIns="180000" tIns="19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</a:t>
            </a:r>
            <a:br>
              <a:rPr lang="de-DE" dirty="0"/>
            </a:br>
            <a:r>
              <a:rPr lang="de-DE" dirty="0"/>
              <a:t>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</a:t>
            </a:r>
            <a:br>
              <a:rPr lang="de-DE" dirty="0"/>
            </a:br>
            <a:r>
              <a:rPr lang="de-DE" dirty="0"/>
              <a:t>an und klicke einfügen. 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782C9A7C-BE56-87D7-CA64-B46D3749F0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516000" y="0"/>
            <a:ext cx="2676000" cy="1449388"/>
          </a:xfrm>
          <a:prstGeom prst="rect">
            <a:avLst/>
          </a:prstGeom>
          <a:noFill/>
        </p:spPr>
        <p:txBody>
          <a:bodyPr wrap="square" lIns="180000" tIns="79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6CE0CC35-768E-6DBD-096A-5E33ECD1D65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516000" y="1620112"/>
            <a:ext cx="2676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A4479E78-2170-FB7F-4FF5-950F73CDB0F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516000" y="4509000"/>
            <a:ext cx="2676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19E686-14C2-34D7-BC86-68455994AC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1945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7953A5-2A67-EA12-1C4F-8337DC1F1C01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ECFC4C58-64CD-48F5-ADE5-EA51F7B64EDC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AE87514-5791-12BE-30EB-96AD36BA19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6A45EF-3B0A-DC2A-4049-F4B7AC5D5AA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666035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+ 2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6000" y="2168524"/>
            <a:ext cx="5400000" cy="2520475"/>
          </a:xfrm>
          <a:prstGeom prst="rect">
            <a:avLst/>
          </a:prstGeom>
          <a:noFill/>
        </p:spPr>
        <p:txBody>
          <a:bodyPr wrap="square" lIns="180000" tIns="122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049000"/>
            <a:ext cx="540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5049000"/>
            <a:ext cx="540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F2E4959-B8F3-493D-C437-526113B75BE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096000" y="2168524"/>
            <a:ext cx="5400000" cy="2520475"/>
          </a:xfrm>
          <a:prstGeom prst="rect">
            <a:avLst/>
          </a:prstGeom>
          <a:noFill/>
        </p:spPr>
        <p:txBody>
          <a:bodyPr wrap="square" lIns="180000" tIns="122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2876B0-88CC-D7D8-4212-8931A31320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38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8DE87E-BCF4-284A-962F-35488A9AB7B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9EA532E-036B-470B-B4A4-6FF9F0EFBBCC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1863D-C4A4-EF97-491A-EA9EACE655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67C1B-2BA9-699B-413D-C8A7669CC35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0654796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+ 2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96000" y="729000"/>
            <a:ext cx="3600587" cy="3960000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2"/>
            <a:ext cx="3598863" cy="21605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889000"/>
            <a:ext cx="3600450" cy="360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96000" y="5049000"/>
            <a:ext cx="3600587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256000" y="729000"/>
            <a:ext cx="3600587" cy="3960000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80098369-2AB1-4DE0-F498-EC6D41EC06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8256000" y="5049000"/>
            <a:ext cx="3600587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D45509-ABE1-E7EE-BE8D-5B85C1DEA6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3598863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6D384D-D1E0-9DB4-1B6F-A2AF651F7BE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FDC3C816-09AD-40BD-9E23-6FE97386650E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2997B6-EE40-7523-BB32-68C44BEA7AD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71DB0E-6114-367F-D571-4D5BF884A3E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426034384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+ 3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6000" y="2168524"/>
            <a:ext cx="3600450" cy="2520475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049000"/>
            <a:ext cx="360045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96000" y="5049000"/>
            <a:ext cx="360045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296000" y="2168524"/>
            <a:ext cx="3600450" cy="2520475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419F8F9-769F-FFD6-F5EC-14D9380E8C1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255550" y="2168524"/>
            <a:ext cx="3600450" cy="2520475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C549789-299C-E02D-B7C1-2525227872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8255550" y="5049000"/>
            <a:ext cx="360045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E29488-6238-3131-294A-3A517DCF8A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AE8425-CA89-8F1E-968A-ADE30D58221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7D3EEB1-7A16-4A35-ADC3-82950B6020E4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8F8A8-4614-74EE-506F-0A2EDA1204D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FF2D7-1E61-6366-6A2D-299AE577041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343529894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3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656450" y="729000"/>
            <a:ext cx="2159550" cy="2879388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2"/>
            <a:ext cx="3598863" cy="21605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889000"/>
            <a:ext cx="3600450" cy="360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656450" y="3968388"/>
            <a:ext cx="2159550" cy="2521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7176000" y="729000"/>
            <a:ext cx="2159550" cy="2879388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80098369-2AB1-4DE0-F498-EC6D41EC06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7176000" y="3968388"/>
            <a:ext cx="2159550" cy="2521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5F119A4C-9395-4828-BBBF-36C344A3645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96450" y="729000"/>
            <a:ext cx="2159550" cy="2879388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C2A3B14C-353D-0931-819D-5DF51A54963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9696450" y="3968388"/>
            <a:ext cx="2159550" cy="2521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347431-B3A7-6FEE-6729-E237A5BF5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3598863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0CE8AE-4246-48D2-E9DD-B6DB423E046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2DDA7AA-869F-40FD-A518-875952377718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D423D6-C55B-11CE-6CA1-0C4E9B2D607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031047-88B9-D0AF-BF04-1C25A7B64D2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27616736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4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21600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21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419F8F9-769F-FFD6-F5EC-14D9380E8C1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09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C549789-299C-E02D-B7C1-2525227872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609600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17DB854-AE93-5C9A-3CD5-61F8F7556A8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97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50921505-9027-E135-E41F-252BBF9465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897600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96FAD9-499C-D8DC-EE7F-73341C0583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75CF2A-5CF0-3893-5EF8-22F00A32077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31C7DF70-3442-4214-9F05-45868A9F0FCC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7D3206-311D-0DBA-3117-D20E0AFAF7B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153974-6D15-B32B-5305-1B349A47A86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10569557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096275" y="72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161C141C-C649-9C14-16B0-CB7AB8EA1C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156275" y="72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05D94D8-0899-32E7-C378-B26F647669D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6096275" y="360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4B3A682E-84D5-15E7-23CB-08771491E9D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9156275" y="360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2"/>
            <a:ext cx="4317684" cy="14398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525"/>
            <a:ext cx="4319588" cy="4321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306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E18D1-C083-4726-FE77-10521CB832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3598863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3933FC-0197-BB9B-EF6F-A55549869CDD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D594D866-CD94-48FD-9767-FA64B43D3584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735A34-BFF4-AF9F-BE86-67F9086D81F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4CD8D8-86B8-6ACF-9B14-412EF3C6D89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64714071-B15E-4CF1-1E5F-0A5E3DFF6A8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9156275" y="306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04BA52A-9423-79A0-C691-DB931F528D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6096000" y="594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581030E2-0366-48CE-C23B-C47F7CE1B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9156275" y="594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456246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9B70C7-0A00-0434-D95A-76DE3E21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E3DC5A54-E24D-4FF8-BDEE-BFB6C7DCBCEB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2428E39-EECE-F9AE-72C0-B23CF2D8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8EC6CB5-7DC4-72D2-96F4-5441BA11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46109034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40" Type="http://schemas.openxmlformats.org/officeDocument/2006/relationships/slideLayout" Target="../slideLayouts/slideLayout40.xml"/><Relationship Id="rId42" Type="http://schemas.openxmlformats.org/officeDocument/2006/relationships/theme" Target="../theme/theme1.xml"/><Relationship Id="rId43" Type="http://schemas.openxmlformats.org/officeDocument/2006/relationships/tags" Target="../tags/tag2.xml"/><Relationship Id="rId44" Type="http://schemas.openxmlformats.org/officeDocument/2006/relationships/oleObject" Target="../embeddings/oleObject1.bin"/><Relationship Id="rId45" Type="http://schemas.openxmlformats.org/officeDocument/2006/relationships/image" Target="../media/image1.emf"/><Relationship Id="rId4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C01266A-7852-7830-802E-575C4393BB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1274714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4" imgW="424" imgH="425" progId="TCLayout.ActiveDocument.1">
                  <p:embed/>
                </p:oleObj>
              </mc:Choice>
              <mc:Fallback>
                <p:oleObj name="think-cell Folie" r:id="rId4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01266A-7852-7830-802E-575C4393B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06A137C-D137-2DE2-B62E-7F12CB12274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11518900" cy="7207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30A6A7-CACF-B3C5-0F6F-D364127CC236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36550" y="2168999"/>
            <a:ext cx="11518900" cy="43207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6A2E27-8F98-0F57-F533-A05F966FDDF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753324" y="6489000"/>
            <a:ext cx="655722" cy="369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9FFB2C2-8925-46EC-A2EB-214BD8297645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A4A82C-2CF1-3860-E353-2C98863EB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535863" y="6489000"/>
            <a:ext cx="2879125" cy="369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lvl1pPr algn="r"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03404C-4464-43E5-BB7D-26166ED9A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96600" y="6489000"/>
            <a:ext cx="358850" cy="369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27C8EC-DFD3-65D7-B733-E17F060FF1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 bwMode="gray">
          <a:xfrm>
            <a:off x="11136000" y="369001"/>
            <a:ext cx="719450" cy="14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46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691" r:id="rId2"/>
    <p:sldLayoutId id="2147483799" r:id="rId3"/>
    <p:sldLayoutId id="2147483651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0" r:id="rId10"/>
    <p:sldLayoutId id="2147483656" r:id="rId11"/>
    <p:sldLayoutId id="2147483662" r:id="rId12"/>
    <p:sldLayoutId id="2147483663" r:id="rId13"/>
    <p:sldLayoutId id="2147483661" r:id="rId14"/>
    <p:sldLayoutId id="2147483789" r:id="rId15"/>
    <p:sldLayoutId id="2147483666" r:id="rId16"/>
    <p:sldLayoutId id="2147483665" r:id="rId17"/>
    <p:sldLayoutId id="2147483664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9" r:id="rId27"/>
    <p:sldLayoutId id="2147483677" r:id="rId28"/>
    <p:sldLayoutId id="2147483680" r:id="rId29"/>
    <p:sldLayoutId id="2147483682" r:id="rId30"/>
    <p:sldLayoutId id="2147483684" r:id="rId31"/>
    <p:sldLayoutId id="2147483809" r:id="rId32"/>
    <p:sldLayoutId id="2147483810" r:id="rId33"/>
    <p:sldLayoutId id="2147483811" r:id="rId34"/>
    <p:sldLayoutId id="2147483812" r:id="rId35"/>
    <p:sldLayoutId id="2147483825" r:id="rId36"/>
    <p:sldLayoutId id="2147483826" r:id="rId37"/>
    <p:sldLayoutId id="2147483827" r:id="rId38"/>
    <p:sldLayoutId id="2147483828" r:id="rId39"/>
    <p:sldLayoutId id="2147483792" r:id="rId40"/>
    <p:sldLayoutId id="2147483687" r:id="rId41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Clr>
          <a:schemeClr val="accent1"/>
        </a:buClr>
        <a:buFont typeface="Segoe UI" panose="020B0502040204020203" pitchFamily="34" charset="0"/>
        <a:buChar char="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80975" indent="-180975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Clr>
          <a:schemeClr val="accent1"/>
        </a:buClr>
        <a:buSzPct val="80000"/>
        <a:buFont typeface="+mj-lt"/>
        <a:buAutoNum type="alphaL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+mj-lt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2" userDrawn="1">
          <p15:clr>
            <a:srgbClr val="F26B43"/>
          </p15:clr>
        </p15:guide>
        <p15:guide id="3" pos="7468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015" userDrawn="1">
          <p15:clr>
            <a:srgbClr val="A4A3A4"/>
          </p15:clr>
        </p15:guide>
        <p15:guide id="6" pos="6561" userDrawn="1">
          <p15:clr>
            <a:srgbClr val="A4A3A4"/>
          </p15:clr>
        </p15:guide>
        <p15:guide id="7" pos="6108" userDrawn="1">
          <p15:clr>
            <a:srgbClr val="A4A3A4"/>
          </p15:clr>
        </p15:guide>
        <p15:guide id="8" pos="5654" userDrawn="1">
          <p15:clr>
            <a:srgbClr val="A4A3A4"/>
          </p15:clr>
        </p15:guide>
        <p15:guide id="9" pos="5201" userDrawn="1">
          <p15:clr>
            <a:srgbClr val="A4A3A4"/>
          </p15:clr>
        </p15:guide>
        <p15:guide id="10" pos="4747" userDrawn="1">
          <p15:clr>
            <a:srgbClr val="A4A3A4"/>
          </p15:clr>
        </p15:guide>
        <p15:guide id="11" pos="4294" userDrawn="1">
          <p15:clr>
            <a:srgbClr val="A4A3A4"/>
          </p15:clr>
        </p15:guide>
        <p15:guide id="12" pos="3840" userDrawn="1">
          <p15:clr>
            <a:srgbClr val="A4A3A4"/>
          </p15:clr>
        </p15:guide>
        <p15:guide id="13" pos="3386" userDrawn="1">
          <p15:clr>
            <a:srgbClr val="A4A3A4"/>
          </p15:clr>
        </p15:guide>
        <p15:guide id="14" pos="2933" userDrawn="1">
          <p15:clr>
            <a:srgbClr val="A4A3A4"/>
          </p15:clr>
        </p15:guide>
        <p15:guide id="15" pos="2479" userDrawn="1">
          <p15:clr>
            <a:srgbClr val="A4A3A4"/>
          </p15:clr>
        </p15:guide>
        <p15:guide id="16" pos="2026" userDrawn="1">
          <p15:clr>
            <a:srgbClr val="A4A3A4"/>
          </p15:clr>
        </p15:guide>
        <p15:guide id="17" pos="1572" userDrawn="1">
          <p15:clr>
            <a:srgbClr val="A4A3A4"/>
          </p15:clr>
        </p15:guide>
        <p15:guide id="18" pos="1119" userDrawn="1">
          <p15:clr>
            <a:srgbClr val="A4A3A4"/>
          </p15:clr>
        </p15:guide>
        <p15:guide id="19" pos="665" userDrawn="1">
          <p15:clr>
            <a:srgbClr val="A4A3A4"/>
          </p15:clr>
        </p15:guide>
        <p15:guide id="20" orient="horz" pos="459" userDrawn="1">
          <p15:clr>
            <a:srgbClr val="FBAE40"/>
          </p15:clr>
        </p15:guide>
        <p15:guide id="21" orient="horz" pos="913" userDrawn="1">
          <p15:clr>
            <a:srgbClr val="FBAE40"/>
          </p15:clr>
        </p15:guide>
        <p15:guide id="22" orient="horz" pos="1366" userDrawn="1">
          <p15:clr>
            <a:srgbClr val="A4A3A4"/>
          </p15:clr>
        </p15:guide>
        <p15:guide id="23" orient="horz" pos="1820" userDrawn="1">
          <p15:clr>
            <a:srgbClr val="A4A3A4"/>
          </p15:clr>
        </p15:guide>
        <p15:guide id="24" orient="horz" pos="2273" userDrawn="1">
          <p15:clr>
            <a:srgbClr val="A4A3A4"/>
          </p15:clr>
        </p15:guide>
        <p15:guide id="25" orient="horz" pos="2727" userDrawn="1">
          <p15:clr>
            <a:srgbClr val="A4A3A4"/>
          </p15:clr>
        </p15:guide>
        <p15:guide id="26" orient="horz" pos="3180" userDrawn="1">
          <p15:clr>
            <a:srgbClr val="A4A3A4"/>
          </p15:clr>
        </p15:guide>
        <p15:guide id="27" orient="horz" pos="363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Landing Zone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Konzept und Umsetzungsfahrplan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000"/>
              <a:t>&lt;KUNDE&gt;  ·  Bechtle GmbH &amp; Co. KG  ·  16.06.2026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Management Summary</a:t>
            </a:r>
          </a:p>
          <a:p>
            <a:pPr/>
            <a:r>
              <a:rPr sz="1300"/>
              <a:t>1  ·  Ausgangslage und Zielbild</a:t>
            </a:r>
          </a:p>
          <a:p>
            <a:pPr/>
            <a:r>
              <a:rPr sz="1300"/>
              <a:t>2  ·  Methodik und Vorgehen</a:t>
            </a:r>
          </a:p>
          <a:p>
            <a:pPr/>
            <a:r>
              <a:rPr sz="1300"/>
              <a:t>3  ·  Zielarchitektur</a:t>
            </a:r>
          </a:p>
          <a:p>
            <a:pPr/>
            <a:r>
              <a:rPr sz="1300"/>
              <a:t>4  ·  Governance und Policies</a:t>
            </a:r>
          </a:p>
          <a:p>
            <a:pPr/>
            <a:r>
              <a:rPr sz="1300"/>
              <a:t>5  ·  Netzwerk-Architektur</a:t>
            </a:r>
          </a:p>
          <a:p>
            <a:pPr/>
            <a:r>
              <a:rPr sz="1300"/>
              <a:t>6  ·  Sicherheit</a:t>
            </a:r>
          </a:p>
          <a:p>
            <a:pPr/>
            <a:r>
              <a:rPr sz="1300"/>
              <a:t>7  ·  Monitoring und Logging</a:t>
            </a:r>
          </a:p>
          <a:p>
            <a:pPr/>
            <a:r>
              <a:rPr sz="1300"/>
              <a:t>8  ·  Identity und RBAC</a:t>
            </a:r>
          </a:p>
          <a:p>
            <a:pPr/>
            <a:r>
              <a:rPr sz="1300"/>
              <a:t>9  ·  Automatisierung und CI/CD</a:t>
            </a:r>
          </a:p>
          <a:p>
            <a:pPr/>
            <a:r>
              <a:rPr sz="1300"/>
              <a:t>10  ·  Kosten und Kostensteuerung</a:t>
            </a:r>
          </a:p>
          <a:p>
            <a:pPr/>
            <a:r>
              <a:rPr sz="1300"/>
              <a:t>11  ·  Roadmap und Phasen</a:t>
            </a:r>
          </a:p>
          <a:p>
            <a:pPr/>
            <a:r>
              <a:rPr sz="1300"/>
              <a:t>12  ·  Risiken und Entscheidungen</a:t>
            </a:r>
          </a:p>
          <a:p>
            <a:pPr/>
            <a:r>
              <a:rPr sz="1300"/>
              <a:t>13  ·  Ergänzende Randthemen</a:t>
            </a:r>
          </a:p>
          <a:p>
            <a:pPr/>
            <a:r>
              <a:rPr sz="1300"/>
              <a:t>14  ·  Nächste Schritte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Governance · Netzwerk · Sicherheit · Automatisierung – als IaC-Fundament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200"/>
              <a:t>12 Management Groups</a:t>
            </a:r>
          </a:p>
          <a:p>
            <a:pPr/>
            <a:r>
              <a:rPr sz="1200"/>
              <a:t>149 Policy-Definitionen</a:t>
            </a:r>
          </a:p>
          <a:p>
            <a:pPr/>
            <a:r>
              <a:rPr sz="1200"/>
              <a:t>42 Initiativen  ·  123 Assignments</a:t>
            </a:r>
          </a:p>
          <a:p>
            <a:pPr/>
            <a:r>
              <a:rPr sz="1200"/>
              <a:t>22 AVM-Module</a:t>
            </a:r>
          </a:p>
          <a:p>
            <a:pPr/>
            <a:r>
              <a:rPr sz="1200"/>
              <a:t>18 Deploy-Stufen</a:t>
            </a:r>
          </a:p>
          <a:p>
            <a:pPr/>
            <a:r>
              <a:rPr sz="1200"/>
              <a:t>~€5.800/Monat (vollständig steuerbar)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vier Kernnutzen der Azure Landing Zone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Governance &amp; Policies: 149 Policy-Defs, 42 Initiativen, 123 Assignments – automatische Guardrails auf allen MG-Ebenen</a:t>
            </a:r>
          </a:p>
          <a:p>
            <a:pPr/>
            <a:r>
              <a:rPr sz="1300"/>
              <a:t>Netzwerk-Hub (Hub-and-Spoke): Azure Firewall, Bastion, Private DNS – sichere Konnektivität für alle Workloads</a:t>
            </a:r>
          </a:p>
          <a:p>
            <a:pPr/>
            <a:r>
              <a:rPr sz="1300"/>
              <a:t>Sicherheit &amp; Defender: Microsoft Defender for Cloud automatisch via Policy aktiviert – keine manuelle Konfiguration</a:t>
            </a:r>
          </a:p>
          <a:p>
            <a:pPr/>
            <a:r>
              <a:rPr sz="1300"/>
              <a:t>IaC &amp; Automatisierung: 18 Deploy-Stufen, OIDC (passwortlos), What-If vor Apply, Approval-Gate</a:t>
            </a:r>
          </a:p>
          <a:p>
            <a:pPr/>
            <a:r>
              <a:rPr sz="1300"/>
              <a:t>Kosten: Microsoft-Default ~€5.800/Monat  ↔  Pilot mit network_type: none ≈ €0</a:t>
            </a:r>
          </a:p>
          <a:p>
            <a:pPr/>
            <a:r>
              <a:rPr sz="1300"/>
              <a:t>Empfehlung: Pilot mit 1 Subscription, network_type: none, Policies im DoNotEnforce-Modus – Governance vom ersten Tag an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Management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 ·  Ausgangslage und Zielbild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Von der ersten Subscription zur skalierbaren Cloud-Grundstruktur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eine Azure Landing Zone?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Ausgangssituation: Azure-Einstieg ohne Governance-Modell – Ressourcen entstehen ad hoc, ohne einheitliche Leitplanken</a:t>
            </a:r>
          </a:p>
          <a:p>
            <a:pPr/>
            <a:r>
              <a:rPr sz="1300"/>
              <a:t>Chance: Von Anfang an auf industrieerprobter Basis aufbauen – statt technische Schulden durch spätere Nachrüstung</a:t>
            </a:r>
          </a:p>
          <a:p>
            <a:pPr/>
            <a:r>
              <a:rPr sz="1300"/>
              <a:t>Zielbild: Standardisierte, mandantenweite Grundstruktur als stabiles Fundament für alle künftigen Workloads</a:t>
            </a:r>
          </a:p>
          <a:p>
            <a:pPr lvl="1"/>
            <a:r>
              <a:rPr sz="1300"/>
              <a:t>12 MGs als strukturierter Verwaltungsrahmen für alle Subscriptions</a:t>
            </a:r>
          </a:p>
          <a:p>
            <a:pPr lvl="1"/>
            <a:r>
              <a:rPr sz="1300"/>
              <a:t>Vollständiges ALZ-Policy-Set für automatische Governance ohne manuelle Eingriffe</a:t>
            </a:r>
          </a:p>
          <a:p>
            <a:pPr lvl="1"/>
            <a:r>
              <a:rPr sz="1300"/>
              <a:t>Reproduzierbares IaC-Modell: audit-fähig, rückrollbar, nachvollziehbar</a:t>
            </a:r>
          </a:p>
          <a:p>
            <a:pPr/>
            <a:r>
              <a:rPr sz="1300"/>
              <a:t>Abgrenzung: ALZ = Fundament – Migration, Anwendungsentwicklung und Applikationsbetrieb sind eigenständige Folgeprojekte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Ausgangslage und Zielbild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 ·  Methodik und Vorgehen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Microsoft ALZ Bicep Accelerator – kein Eigenbau, sondern Microsoft-Standard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ALZ Bicep Accelerator + 18 Deployment-Stufen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Microsoft-Standard: derselbe Accelerator, den Microsoft für tausende Enterprise-Kunden empfiehlt und pflegt</a:t>
            </a:r>
          </a:p>
          <a:p>
            <a:pPr/>
            <a:r>
              <a:rPr sz="1300"/>
              <a:t>Policy-Set komplett: 149 Definitionen, 42 Initiativen, 123 Assignments – automatisch aus MCR (Microsoft Container Registry)</a:t>
            </a:r>
          </a:p>
          <a:p>
            <a:pPr/>
            <a:r>
              <a:rPr sz="1300"/>
              <a:t>22 Azure Verified Modules (AVM): Microsoft-zertifizierte Bicep-Module, kein Eigenbau-IaC</a:t>
            </a:r>
          </a:p>
          <a:p>
            <a:pPr/>
            <a:r>
              <a:rPr sz="1300"/>
              <a:t>18 geordnete Deploy-Stufen: Governance (1–12) → RBAC (13–15) → Logging (16) → Netzwerk (17/18)</a:t>
            </a:r>
          </a:p>
          <a:p>
            <a:pPr/>
            <a:r>
              <a:rPr sz="1300"/>
              <a:t>OIDC Federated Identity: passwortlose Pipelines – keine Secrets oder Zertifikate</a:t>
            </a:r>
          </a:p>
          <a:p>
            <a:pPr/>
            <a:r>
              <a:rPr sz="1300"/>
              <a:t>What-If vor Apply: Pipeline zeigt geplante Änderungen zur Freigabe, bevor etwas ausgeführt wird</a:t>
            </a:r>
          </a:p>
          <a:p>
            <a:pPr/>
            <a:r>
              <a:rPr sz="1300"/>
              <a:t>Qualitätssicherung: bicep build aller 20 Templates offline; 20/20 grün (Bicep 0.44.1)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Methodik und Vorgehen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 ·  Zielarchitektur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12 Management Groups + Hub-and-Spoke-Netzwerk in zwei Regionen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Group Hierarchie (12 MGs)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Tenant Root</a:t>
            </a:r>
          </a:p>
          <a:p>
            <a:pPr lvl="1"/>
            <a:r>
              <a:rPr sz="1300"/>
              <a:t>alz (Intermediate Root) – alle ALZ-Policies erben von hier</a:t>
            </a:r>
          </a:p>
          <a:p>
            <a:pPr lvl="1"/>
            <a:r>
              <a:rPr sz="1300"/>
              <a:t>alz-platform: connectivity · identity · management · security</a:t>
            </a:r>
          </a:p>
          <a:p>
            <a:pPr lvl="1"/>
            <a:r>
              <a:rPr sz="1300"/>
              <a:t>alz-platform-connectivity  → Hub-Netzwerk, Firewall, DNS</a:t>
            </a:r>
          </a:p>
          <a:p>
            <a:pPr lvl="1"/>
            <a:r>
              <a:rPr sz="1300"/>
              <a:t>alz-platform-identity      → Identity-Dienste (Entra, AD DS)</a:t>
            </a:r>
          </a:p>
          <a:p>
            <a:pPr lvl="1"/>
            <a:r>
              <a:rPr sz="1300"/>
              <a:t>alz-platform-management    → Logging, Monitoring, Operations</a:t>
            </a:r>
          </a:p>
          <a:p>
            <a:pPr lvl="1"/>
            <a:r>
              <a:rPr sz="1300"/>
              <a:t>alz-platform-security      → Security-Tooling, Defender</a:t>
            </a:r>
          </a:p>
          <a:p>
            <a:pPr lvl="1"/>
            <a:r>
              <a:rPr sz="1300"/>
              <a:t>alz-landingzones: corp · online · local</a:t>
            </a:r>
          </a:p>
          <a:p>
            <a:pPr lvl="1"/>
            <a:r>
              <a:rPr sz="1300"/>
              <a:t>alz-sandbox  ·  alz-decommissioned</a:t>
            </a:r>
          </a:p>
          <a:p>
            <a:pPr/>
            <a:r>
              <a:rPr sz="1300"/>
              <a:t>Region: Germany West Central (primär 10.0.0.0/22) + North Europe (sekundär 10.1.0.0/22)</a:t>
            </a:r>
          </a:p>
          <a:p>
            <a:pPr/>
            <a:r>
              <a:rPr sz="1300"/>
              <a:t>Subscription-Strategie: Single-Sub für Pilot → 4 dedizierte Platform-Subs für Produktion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Zielarchitektur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 ·  Governance und Policies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149 Policy-Definitionen · 42 Initiativen · 123 Assignments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200"/>
              <a:t>9 MG-Ebenen mit Assignments</a:t>
            </a:r>
          </a:p>
          <a:p>
            <a:pPr/>
            <a:r>
              <a:rPr sz="1200"/>
              <a:t>5 Custom RBAC-Rollen</a:t>
            </a:r>
          </a:p>
          <a:p>
            <a:pPr/>
            <a:r>
              <a:rPr sz="1200"/>
              <a:t>DoNotEnforce → sanftes Onboarding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vollständige ALZ-Policy-Set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Policy-Definitionen (Custom): 149 – Monitoring (55), Netzwerk (20), Storage (16), SQL (13), Guardrails je Dienst</a:t>
            </a:r>
          </a:p>
          <a:p>
            <a:pPr/>
            <a:r>
              <a:rPr sz="1300"/>
              <a:t>Policy-Set-Definitionen (Initiativen): 42 – Deploy-MDFC-Config, Deploy-Private-DNS-Zones, Enforce-Guardrails-* je Dienst</a:t>
            </a:r>
          </a:p>
          <a:p>
            <a:pPr/>
            <a:r>
              <a:rPr sz="1300"/>
              <a:t>Policy-Assignments: 123 – verteilt auf 9 MG-Ebenen; Kind-MGs erben zusätzlich</a:t>
            </a:r>
          </a:p>
          <a:p>
            <a:pPr lvl="1"/>
            <a:r>
              <a:rPr sz="1300"/>
              <a:t>alz-Root: 17  ·  alz-landingzones: 53  ·  alz-platform: 40  ·  alz-corp: 5  ·  weitere: 8</a:t>
            </a:r>
          </a:p>
          <a:p>
            <a:pPr/>
            <a:r>
              <a:rPr sz="1300"/>
              <a:t>5 Custom RBAC-Rollen: Subscription-Owner · Security-Ops · Network-Mgmt · App-Owners · Subnet-Contributor</a:t>
            </a:r>
          </a:p>
          <a:p>
            <a:pPr/>
            <a:r>
              <a:rPr sz="1300"/>
              <a:t>DoNotEnforce-Modus: Policies greifen (Compliance-Dashboard), blockieren aber nichts → sanftes Onboarding</a:t>
            </a:r>
          </a:p>
          <a:p>
            <a:pPr/>
            <a:r>
              <a:rPr sz="1300"/>
              <a:t>Stufenplan: Audit → selektiv Enabled → vollständiges Enforcement nach Remediation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Governance und Policies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 ·  Netzwerk-Architektur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Hub-and-Spoke: Azure Firewall · Bastion · Private DNS – in zwei Regionen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Hub-and-Spoke: Dienste und Kosten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2× Hub-VNets: GWC 10.0.0.0/22 (primär) + NE 10.1.0.0/22 (sekundär), bidirektionales Peering</a:t>
            </a:r>
          </a:p>
          <a:p>
            <a:pPr/>
            <a:r>
              <a:rPr sz="1300"/>
              <a:t>Azure Firewall Premium: 2× ~€1.100/Monat  →  deployAzureFirewall</a:t>
            </a:r>
          </a:p>
          <a:p>
            <a:pPr/>
            <a:r>
              <a:rPr sz="1300"/>
              <a:t>Azure Bastion (Standard): 2× ~€120/Monat  →  deployBastion</a:t>
            </a:r>
          </a:p>
          <a:p>
            <a:pPr/>
            <a:r>
              <a:rPr sz="1300"/>
              <a:t>VPN Gateway (VpnGw1AZ, BGP, ASN 65515): 2× ~€140/Monat  →  deployVpnGateway</a:t>
            </a:r>
          </a:p>
          <a:p>
            <a:pPr/>
            <a:r>
              <a:rPr sz="1300"/>
              <a:t>ExpressRoute Gateway: 2× ~€280/Monat  →  deployExpressRouteGateway</a:t>
            </a:r>
          </a:p>
          <a:p>
            <a:pPr/>
            <a:r>
              <a:rPr sz="1300"/>
              <a:t>DDoS Network Protection: ~€2.500/Monat – teuerster Einzelposten!  →  deployDdosProtectionPlan</a:t>
            </a:r>
          </a:p>
          <a:p>
            <a:pPr/>
            <a:r>
              <a:rPr sz="1300"/>
              <a:t>Private DNS Zones (alle Azure-Zonen): ~€15/Monat – empfohlen aktiv</a:t>
            </a:r>
          </a:p>
          <a:p>
            <a:pPr/>
            <a:r>
              <a:rPr sz="1300"/>
              <a:t>Alternative: network_type: none → MGs + Policies + Logging ≈ €0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Netzwerk-Architektur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 ·  Sicherheit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Defender for Cloud · Netzwerksegmentierung · Automatische Remediation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Mehrschichtige Sicherheitsarchitektur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Präventiv (Policies): Deny-Subnet-Without-Nsg, Deny-MgmtPorts-Internet, Deny-Public-IP, Deny-Public-Endpoints (Corp)</a:t>
            </a:r>
          </a:p>
          <a:p>
            <a:pPr/>
            <a:r>
              <a:rPr sz="1300"/>
              <a:t>Defender for Cloud: auto-aktiviert via Deploy-MDFC-Config-H224 auf alz-Root (DeployIfNotExists)</a:t>
            </a:r>
          </a:p>
          <a:p>
            <a:pPr/>
            <a:r>
              <a:rPr sz="1300"/>
              <a:t>Defender for Endpoint: Deploy-MDEndpoints auf allen VMs – im Defender Server-Plan enthalten</a:t>
            </a:r>
          </a:p>
          <a:p>
            <a:pPr/>
            <a:r>
              <a:rPr sz="1300"/>
              <a:t>MDFC Benchmarks: Microsoft Cloud Security Benchmark v1 + v2 (kostenlos, Audit)</a:t>
            </a:r>
          </a:p>
          <a:p>
            <a:pPr/>
            <a:r>
              <a:rPr sz="1300"/>
              <a:t>Activity Logs + Diagnose: alle Subscriptions und Ressourcen → Log Analytics (via DINE-Policies)</a:t>
            </a:r>
          </a:p>
          <a:p>
            <a:pPr/>
            <a:r>
              <a:rPr sz="1300"/>
              <a:t>Backup: Deploy-VM-Backup sichert VMs ohne Backup-Tag automatisch in Recovery Vault</a:t>
            </a:r>
          </a:p>
          <a:p>
            <a:pPr/>
            <a:r>
              <a:rPr sz="1300"/>
              <a:t>Roadmap: Microsoft Sentinel als SIEM-Folgestufe (nicht Bestandteil der Landing Zone)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Sicherheit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 ·  Monitoring und Logging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Zentraler Log Analytics Workspace + 3 Data Collection Rules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Zentrales Logging (AVM-Pattern avm/ptn/alz/ama:0.2.0)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Log Analytics Workspace: law-alz-&lt;region&gt;, PerGB2018, 365 Tage Retention</a:t>
            </a:r>
          </a:p>
          <a:p>
            <a:pPr/>
            <a:r>
              <a:rPr sz="1300"/>
              <a:t>3 Data Collection Rules: VM Insights · Change Tracking · Defender for SQL</a:t>
            </a:r>
          </a:p>
          <a:p>
            <a:pPr/>
            <a:r>
              <a:rPr sz="1300"/>
              <a:t>User-Assigned Managed Identity: mi-alz-&lt;region&gt; für passwortlose Policy-Remediation (DeployIfNotExists)</a:t>
            </a:r>
          </a:p>
          <a:p>
            <a:pPr/>
            <a:r>
              <a:rPr sz="1300"/>
              <a:t>DINE-Policies: jede neue VM verbindet sich automatisch mit LAW + DCRs – keine manuelle Konfiguration</a:t>
            </a:r>
          </a:p>
          <a:p>
            <a:pPr/>
            <a:r>
              <a:rPr sz="1300"/>
              <a:t>Deploy-Diag-LogsCat: leitet alle Diagnose-Kategorien aller Ressourcen in Log Analytics</a:t>
            </a:r>
          </a:p>
          <a:p>
            <a:pPr/>
            <a:r>
              <a:rPr sz="1300"/>
              <a:t>Kosten: 5 GB/Monat kostenlos; danach ~€2/GB; Automation Account optional (default: aus)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Monitoring und Logging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 ·  Identity und RBAC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Custom-Rollen + Entra-ID-Gruppen-basierte Zuweisungen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Custom RBAC-Rollen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Subscription-Owner (alz): delegierter Owner, eingeschränkt ohne volle Owner-Rechte (1 Action)  → Plattform-Admins</a:t>
            </a:r>
          </a:p>
          <a:p>
            <a:pPr/>
            <a:r>
              <a:rPr sz="1300"/>
              <a:t>Security-Operations (alz): horizontale Sicherheitssicht über alle Subscriptions (12 Actions)  → Security-Team</a:t>
            </a:r>
          </a:p>
          <a:p>
            <a:pPr/>
            <a:r>
              <a:rPr sz="1300"/>
              <a:t>Network-Management (alz): VNets, UDRs, NSGs, NVAs plattformweit (4 Actions)  → Netzwerk-Team</a:t>
            </a:r>
          </a:p>
          <a:p>
            <a:pPr/>
            <a:r>
              <a:rPr sz="1300"/>
              <a:t>Application-Owners (alz): Contributor auf Resource-Group-Ebene (1 Action)  → App-/Ops-Teams</a:t>
            </a:r>
          </a:p>
          <a:p>
            <a:pPr/>
            <a:r>
              <a:rPr sz="1300"/>
              <a:t>Network-Subnet-Contributor (alz): vollständiger Subnetz-Zugriff (8 Actions)  → Netzwerk-Ops</a:t>
            </a:r>
          </a:p>
          <a:p>
            <a:pPr/>
            <a:r>
              <a:rPr sz="1300"/>
              <a:t>Zuweisung: Entra-ID-Gruppen-Object-IDs in Bicep-Params; leeres Array = No-Op (gefahrlos)</a:t>
            </a:r>
          </a:p>
          <a:p>
            <a:pPr/>
            <a:r>
              <a:rPr sz="1300"/>
              <a:t>Roadmap: PIM, Conditional Access, hybride Identitäten als Folge-Baustein (Identity-Baseline)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Identity und RBAC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  ·  Automatisierung und CI/CD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Bootstrap → 18 Deploy-Stufen → GitOps-Betrieb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Pipeline-Workflow (GitHub Actions)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Bootstrap (Phase 0, Terraform): Resource Group + Storage (State) + Managed Identity (OIDC Federated Credentials)</a:t>
            </a:r>
          </a:p>
          <a:p>
            <a:pPr/>
            <a:r>
              <a:rPr sz="1300"/>
              <a:t>GitHub-Repo + Environments + Approval-Gates automatisch generiert</a:t>
            </a:r>
          </a:p>
          <a:p>
            <a:pPr/>
            <a:r>
              <a:rPr sz="1300"/>
              <a:t>5 Pipeline-Schritte: Trigger → Validation (bicep build) → What-If → Approval → Apply</a:t>
            </a:r>
          </a:p>
          <a:p>
            <a:pPr/>
            <a:r>
              <a:rPr sz="1300"/>
              <a:t>18 Stufen sequenziell: Governance-MGs (1–12) → RBAC (13–15) → Logging (16) → Hub-Netzwerk (17) oder vWAN (18)</a:t>
            </a:r>
          </a:p>
          <a:p>
            <a:pPr/>
            <a:r>
              <a:rPr sz="1300"/>
              <a:t>OIDC Federated Identity: keine Passwörter, keine Zertifikate, keine Secrets in Pipelines</a:t>
            </a:r>
          </a:p>
          <a:p>
            <a:pPr/>
            <a:r>
              <a:rPr sz="1300"/>
              <a:t>GitOps: PR → Review → Approval → Deploy; jede Änderung mit Autor + Timestamp in Git-History</a:t>
            </a:r>
          </a:p>
          <a:p>
            <a:pPr/>
            <a:r>
              <a:rPr sz="1300"/>
              <a:t>Rückrollbarkeit: neuer Commit → Rollback-Pipeline; vollständiges Audit-Trail in Azure Activity Log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Automatisierung und CI/CD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 ·  Kosten und Kostensteuerung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Von ≈€0 (Governance only) bis ≈€5.800/Monat (Full Default)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Kosten-Varianten – gestufter Ausbau empfohlen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Nur Governance (Pilot): network_type: none → MGs + volles Policy-Set + Logging  ≈ €0 + LAW</a:t>
            </a:r>
          </a:p>
          <a:p>
            <a:pPr/>
            <a:r>
              <a:rPr sz="1300"/>
              <a:t>Minimales Netzwerk: Hub-VNets + Private DNS Zones  ≈ €15/Monat</a:t>
            </a:r>
          </a:p>
          <a:p>
            <a:pPr/>
            <a:r>
              <a:rPr sz="1300"/>
              <a:t>Produktionsnetz ohne DDoS: alle Dienste außer DDoS  ≈ €3.300/Monat</a:t>
            </a:r>
          </a:p>
          <a:p>
            <a:pPr/>
            <a:r>
              <a:rPr sz="1300"/>
              <a:t>Vollständiger Microsoft-Default: beide Regionen, alle Dienste  ≈ €5.800/Monat</a:t>
            </a:r>
          </a:p>
          <a:p>
            <a:pPr/>
            <a:r>
              <a:rPr sz="1300"/>
              <a:t>DDoS Protection im Default AN: ~€2.500/Monat – bewusste Entscheidung nach Risikobewertung erforderlich!</a:t>
            </a:r>
          </a:p>
          <a:p>
            <a:pPr/>
            <a:r>
              <a:rPr sz="1300"/>
              <a:t>Empfehlung: Governance → VNets/DNS → Firewall/Bastion → Gateways → DDoS (je nach Bedarf)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Kosten und Kostensteuerung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 ·  Roadmap und Phasen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 Phasen – von Kickoff bis laufendem Betrieb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Projektphasen im Überblick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Phase 1 – Beratung &amp; Kickoff: Discovery-Workshop; Entscheidungsprotokoll (Region, Netzwerk, DDoS, Enforcement)</a:t>
            </a:r>
          </a:p>
          <a:p>
            <a:pPr/>
            <a:r>
              <a:rPr sz="1300"/>
              <a:t>Phase 2 – Bootstrap &amp; Grundgerüst: Deploy-Accelerator; MGs + Policies (DoNotEnforce); Logging aktiv  ≈ €0</a:t>
            </a:r>
          </a:p>
          <a:p>
            <a:pPr/>
            <a:r>
              <a:rPr sz="1300"/>
              <a:t>Phase 3 – Netzwerk-Pilot: Hub-VNets + DNS; erste Spoke-VNets; ggf. minimale Firewall  €15–€1.300/Monat</a:t>
            </a:r>
          </a:p>
          <a:p>
            <a:pPr/>
            <a:r>
              <a:rPr sz="1300"/>
              <a:t>Phase 4 – Sicherheit &amp; Enforcement: Defender aktivieren; Guardrails einschalten; Remediation  + Defender-Kosten</a:t>
            </a:r>
          </a:p>
          <a:p>
            <a:pPr/>
            <a:r>
              <a:rPr sz="1300"/>
              <a:t>Phase 5 – Workload-Onboarding: erste Applikation in ALZ; Spoke-Netzwerke; RBAC-Gruppen befüllen</a:t>
            </a:r>
          </a:p>
          <a:p>
            <a:pPr/>
            <a:r>
              <a:rPr sz="1300"/>
              <a:t>Phase 6 – Betrieb &amp; Optimierung: Cost Management; Tagging; Monitoring-Dashboards; Policy-Weiterentwicklung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Roadmap und Phasen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 ·  Risiken und Entscheidungen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Klare Entscheidungen für einen sicheren Start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Top-Risiken und Entscheidungsbedarf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DDoS im Default AN → ~€2.500/Monat unerwartet; deployDdosProtectionPlan: false für Start</a:t>
            </a:r>
          </a:p>
          <a:p>
            <a:pPr/>
            <a:r>
              <a:rPr sz="1300"/>
              <a:t>Subscription-Typ: kein Free Tier → EA/MCA/PAYG vor Bootstrap sicherstellen</a:t>
            </a:r>
          </a:p>
          <a:p>
            <a:pPr/>
            <a:r>
              <a:rPr sz="1300"/>
              <a:t>IP-Adresskonflikt On-Prem mit Hub-VNets → IP-Plan vor Netzwerk-Deploy abstimmen</a:t>
            </a:r>
          </a:p>
          <a:p>
            <a:pPr/>
            <a:r>
              <a:rPr sz="1300"/>
              <a:t>Defender-Pläne auto. per Policy aktiviert → Tier-Konfiguration vor Apply reviewen</a:t>
            </a:r>
          </a:p>
          <a:p>
            <a:pPr/>
            <a:r>
              <a:rPr sz="1300"/>
              <a:t>Entscheidung: network_type: none (€0) vs. hubNetworking (~€5.800) für Pilot</a:t>
            </a:r>
          </a:p>
          <a:p>
            <a:pPr/>
            <a:r>
              <a:rPr sz="1300"/>
              <a:t>Entscheidung: Enforcement-Zeitpunkt – wann von DoNotEnforce auf Enabled (Empfehlung: 4–8 Wochen Audit-Phase)</a:t>
            </a:r>
          </a:p>
          <a:p>
            <a:pPr/>
            <a:r>
              <a:rPr sz="1300"/>
              <a:t>Entscheidung: On-Prem-Anbindung – VPN vs. ExpressRoute vs. keins (je nach SLA und Bandbreite)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Risiken und Entscheidungen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 ·  Ergänzende Randthemen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Außerhalb des ALZ-Scopes – aber eng verknüpft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Abhängigkeiten und Folge-Bausteine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Entra ID &amp; Identity: PIM, Conditional Access, hybride Identitäten → Identity-Baseline als Folgestufe</a:t>
            </a:r>
          </a:p>
          <a:p>
            <a:pPr/>
            <a:r>
              <a:rPr sz="1300"/>
              <a:t>On-Prem-Anbindung: VPN-Gateway (deployt, aktiv) oder ExpressRoute → Leitungsbestellung + BGP-Konfiguration außerhalb Scope</a:t>
            </a:r>
          </a:p>
          <a:p>
            <a:pPr/>
            <a:r>
              <a:rPr sz="1300"/>
              <a:t>Backup &amp; DR: Deploy-VM-Backup aktiv via Policy; Recovery Vault-Konfiguration und DR-Tests als Folgestufe</a:t>
            </a:r>
          </a:p>
          <a:p>
            <a:pPr/>
            <a:r>
              <a:rPr sz="1300"/>
              <a:t>Kostenmanagement: Azure Cost Management Dashboards, Budget-Alerts je MG/Sub, FinOps-Prozesse</a:t>
            </a:r>
          </a:p>
          <a:p>
            <a:pPr/>
            <a:r>
              <a:rPr sz="1300"/>
              <a:t>Compliance &amp; Regulatorik: BSI, ISO 27001, DSGVO → Defender for Cloud Regulatory Compliance Dashboard</a:t>
            </a:r>
          </a:p>
          <a:p>
            <a:pPr/>
            <a:r>
              <a:rPr sz="1300"/>
              <a:t>Workload-Migration: Azure Migrate Assessment → ALZ ist das Ziel, nicht der Migrations-Prozess selbst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Ergänzende Randthemen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 ·  Nächste Schritte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Empfohlener Pilot-Pfad in 6 Schritten – ohne Kostenrisiko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Sofortmaßnahmen und empfohlener Pilot-Pfad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300"/>
              <a:t>1.  Subscription-ID + GitHub PAT in config/inputs-github.yaml eintragen</a:t>
            </a:r>
          </a:p>
          <a:p>
            <a:pPr/>
            <a:r>
              <a:rPr sz="1300"/>
              <a:t>2.  Bootstrap: Deploy-Accelerator -inputs config/inputs-github.yaml config/platform-landing-zone.yaml</a:t>
            </a:r>
          </a:p>
          <a:p>
            <a:pPr/>
            <a:r>
              <a:rPr sz="1300"/>
              <a:t>3.  Pipeline mit What-If prüfen → welche Ressourcen werden erstellt?</a:t>
            </a:r>
          </a:p>
          <a:p>
            <a:pPr/>
            <a:r>
              <a:rPr sz="1300"/>
              <a:t>4.  Apply genehmigen – network_type: none (≈€0) für risikofreien Pilot-Start</a:t>
            </a:r>
          </a:p>
          <a:p>
            <a:pPr/>
            <a:r>
              <a:rPr sz="1300"/>
              <a:t>5.  Policy-Compliance-Dashboard reviewen → welche Guardrails greifen, welche nicht?</a:t>
            </a:r>
          </a:p>
          <a:p>
            <a:pPr/>
            <a:r>
              <a:rPr sz="1300"/>
              <a:t>6.  Schrittweise Enforcement und Netzwerk-Dienste aktivieren nach Audit-Phase</a:t>
            </a:r>
          </a:p>
          <a:p>
            <a:pPr/>
            <a:r>
              <a:rPr sz="1300"/>
              <a:t>Bechtle begleitet: Kickoff-Workshop → Bootstrap-Begleitung → Pilot → Workload-Onboarding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Nächste Schritte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Vielen Dank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Nächster Schritt: Kickoff-Workshop vereinbaren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200"/>
              <a:t>&lt;KUNDE&gt;</a:t>
            </a:r>
          </a:p>
          <a:p>
            <a:pPr/>
            <a:r>
              <a:rPr sz="1200"/>
              <a:t> </a:t>
            </a:r>
          </a:p>
          <a:p>
            <a:pPr/>
            <a:r>
              <a:rPr sz="1200"/>
              <a:t>Bechtle GmbH &amp; Co. KG</a:t>
            </a:r>
          </a:p>
          <a:p>
            <a:pPr/>
            <a:r>
              <a:rPr sz="1200"/>
              <a:t>Gottlieb-Daimler-Straße 2 · 68165 Mannheim</a:t>
            </a:r>
          </a:p>
          <a:p>
            <a:pPr/>
            <a:r>
              <a:rPr sz="1200"/>
              <a:t>T +49 621 87503-0 · www.bechtle.com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echtle Template 2024 Green">
  <a:themeElements>
    <a:clrScheme name="Bechtle Green">
      <a:dk1>
        <a:sysClr val="windowText" lastClr="000000"/>
      </a:dk1>
      <a:lt1>
        <a:sysClr val="window" lastClr="FFFFFF"/>
      </a:lt1>
      <a:dk2>
        <a:srgbClr val="C3C3C3"/>
      </a:dk2>
      <a:lt2>
        <a:srgbClr val="23A96A"/>
      </a:lt2>
      <a:accent1>
        <a:srgbClr val="075033"/>
      </a:accent1>
      <a:accent2>
        <a:srgbClr val="23A96A"/>
      </a:accent2>
      <a:accent3>
        <a:srgbClr val="2FFB95"/>
      </a:accent3>
      <a:accent4>
        <a:srgbClr val="AADE0C"/>
      </a:accent4>
      <a:accent5>
        <a:srgbClr val="27C9D1"/>
      </a:accent5>
      <a:accent6>
        <a:srgbClr val="346CEF"/>
      </a:accent6>
      <a:hlink>
        <a:srgbClr val="000000"/>
      </a:hlink>
      <a:folHlink>
        <a:srgbClr val="000000"/>
      </a:folHlink>
    </a:clrScheme>
    <a:fontScheme name="Bechtl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ctr"/>
      <a:lstStyle>
        <a:defPPr algn="ctr">
          <a:lnSpc>
            <a:spcPct val="120000"/>
          </a:lnSpc>
          <a:spcBef>
            <a:spcPts val="300"/>
          </a:spcBef>
          <a:spcAft>
            <a:spcPts val="300"/>
          </a:spcAft>
          <a:defRPr sz="12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2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Arial" panose="020B0604020202020204" pitchFamily="34" charset="0"/>
          <a:buChar char="•"/>
          <a:defRPr sz="1200" dirty="0" err="1" smtClean="0"/>
        </a:defPPr>
      </a:lstStyle>
    </a:txDef>
  </a:objectDefaults>
  <a:extraClrSchemeLst/>
  <a:custClrLst>
    <a:custClr name="Dunkelgrün">
      <a:srgbClr val="075033"/>
    </a:custClr>
    <a:custClr name="Grün">
      <a:srgbClr val="23A96A"/>
    </a:custClr>
    <a:custClr name="Hellgrün">
      <a:srgbClr val="2FFB95"/>
    </a:custClr>
    <a:custClr name="Lime">
      <a:srgbClr val="AADE0C"/>
    </a:custClr>
    <a:custClr name="Hellblau">
      <a:srgbClr val="27C9D1"/>
    </a:custClr>
    <a:custClr name="Blau">
      <a:srgbClr val="346CEF"/>
    </a:custClr>
    <a:custClr name="Schwarz">
      <a:srgbClr val="FFFFFF"/>
    </a:custClr>
    <a:custClr name="Raspberry">
      <a:srgbClr val="D9486C"/>
    </a:custClr>
    <a:custClr name="Light Orange">
      <a:srgbClr val="FF9C5C"/>
    </a:custClr>
    <a:custClr name="Purple">
      <a:srgbClr val="A774D8"/>
    </a:custClr>
    <a:custClr name="Lime">
      <a:srgbClr val="AADE0C"/>
    </a:custClr>
    <a:custClr name="Lime -40%">
      <a:srgbClr val="668507"/>
    </a:custClr>
    <a:custClr name="Lime +60%">
      <a:srgbClr val="DDF29E"/>
    </a:custClr>
    <a:custClr name="Lime -20%">
      <a:srgbClr val="88B20A"/>
    </a:custClr>
    <a:custClr name="Lime +20%">
      <a:srgbClr val="CCEB6D"/>
    </a:custClr>
    <a:custClr name="Lime -60%">
      <a:srgbClr val="445905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Bright Blue">
      <a:srgbClr val="27C9D1"/>
    </a:custClr>
    <a:custClr name="Bright Blue -40%">
      <a:srgbClr val="17797D"/>
    </a:custClr>
    <a:custClr name="Bright Blue +60%">
      <a:srgbClr val="A9E9ED"/>
    </a:custClr>
    <a:custClr name="Bright Blue -20%">
      <a:srgbClr val="1FA1A7"/>
    </a:custClr>
    <a:custClr name="Bright Blue +20%">
      <a:srgbClr val="7DDFE3"/>
    </a:custClr>
    <a:custClr name="Bright Blue -60%">
      <a:srgbClr val="105054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traight Blue">
      <a:srgbClr val="346CEF"/>
    </a:custClr>
    <a:custClr name="Straight Blue -40%">
      <a:srgbClr val="1F418F"/>
    </a:custClr>
    <a:custClr name="Straight Blue +60%">
      <a:srgbClr val="AEC4FA"/>
    </a:custClr>
    <a:custClr name="Straight Blue -20%">
      <a:srgbClr val="2A56BF"/>
    </a:custClr>
    <a:custClr name="Straight Blue +20%">
      <a:srgbClr val="85A7F5"/>
    </a:custClr>
    <a:custClr name="Straight Blue -60%">
      <a:srgbClr val="152B60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chwarz">
      <a:srgbClr val="FFFFFF"/>
    </a:custClr>
  </a:custClrLst>
  <a:extLst>
    <a:ext uri="{05A4C25C-085E-4340-85A3-A5531E510DB2}">
      <thm15:themeFamily xmlns:thm15="http://schemas.microsoft.com/office/thememl/2012/main" name="Bechtle_PPT_Design_Kit_DE_v04" id="{DE50A71E-1EDE-0442-8DA3-635179D0021A}" vid="{9845E44F-0A85-1140-8201-BB19D0CC3BF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a3a6bf-d3fa-49d1-a7e8-206ef245ab01" xsi:nil="true"/>
    <lcf76f155ced4ddcb4097134ff3c332f xmlns="b9db1b59-f0a9-4f48-9a6d-d4af3e18a14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D07AFCF27A6043AB5111E63E73BC44" ma:contentTypeVersion="14" ma:contentTypeDescription="Ein neues Dokument erstellen." ma:contentTypeScope="" ma:versionID="008454d310516d4831322a295313892d">
  <xsd:schema xmlns:xsd="http://www.w3.org/2001/XMLSchema" xmlns:xs="http://www.w3.org/2001/XMLSchema" xmlns:p="http://schemas.microsoft.com/office/2006/metadata/properties" xmlns:ns2="d3a3a6bf-d3fa-49d1-a7e8-206ef245ab01" xmlns:ns3="b9db1b59-f0a9-4f48-9a6d-d4af3e18a146" targetNamespace="http://schemas.microsoft.com/office/2006/metadata/properties" ma:root="true" ma:fieldsID="ffc70e82b4f223aa250b2690a62317cc" ns2:_="" ns3:_="">
    <xsd:import namespace="d3a3a6bf-d3fa-49d1-a7e8-206ef245ab01"/>
    <xsd:import namespace="b9db1b59-f0a9-4f48-9a6d-d4af3e18a1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3a6bf-d3fa-49d1-a7e8-206ef245ab0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6c3b63f-67ee-4d6f-aa6b-c444a37ebb1c}" ma:internalName="TaxCatchAll" ma:showField="CatchAllData" ma:web="d3a3a6bf-d3fa-49d1-a7e8-206ef245ab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b1b59-f0a9-4f48-9a6d-d4af3e18a1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bf988f6e-9c75-4948-87ff-2fe1134df9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D4E85C-415F-4560-A0B1-944F591A2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67EB81-D1FF-41B4-9C10-81CABD45F540}">
  <ds:schemaRefs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a316b092-a2a1-4f3b-b455-46c1e19af03e"/>
    <ds:schemaRef ds:uri="http://schemas.openxmlformats.org/package/2006/metadata/core-properties"/>
    <ds:schemaRef ds:uri="81b2a3e8-42da-4da6-905d-11a8afbb605c"/>
    <ds:schemaRef ds:uri="http://schemas.microsoft.com/office/2006/metadata/properties"/>
    <ds:schemaRef ds:uri="d3a3a6bf-d3fa-49d1-a7e8-206ef245ab01"/>
    <ds:schemaRef ds:uri="b9db1b59-f0a9-4f48-9a6d-d4af3e18a146"/>
  </ds:schemaRefs>
</ds:datastoreItem>
</file>

<file path=customXml/itemProps3.xml><?xml version="1.0" encoding="utf-8"?>
<ds:datastoreItem xmlns:ds="http://schemas.openxmlformats.org/officeDocument/2006/customXml" ds:itemID="{C750B6BD-7787-4DB1-B762-3FCBDB6697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3a6bf-d3fa-49d1-a7e8-206ef245ab01"/>
    <ds:schemaRef ds:uri="b9db1b59-f0a9-4f48-9a6d-d4af3e18a1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Bechtle Template 2024 Green</Template>
  <TotalTime>1</TotalTime>
  <Words>14237</Words>
  <Application>Microsoft Macintosh PowerPoint</Application>
  <PresentationFormat>Widescreen</PresentationFormat>
  <Paragraphs>3051</Paragraphs>
  <Slides>223</Slides>
  <Notes>33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223</vt:i4>
      </vt:variant>
    </vt:vector>
  </HeadingPairs>
  <TitlesOfParts>
    <vt:vector size="231" baseType="lpstr">
      <vt:lpstr>Arial</vt:lpstr>
      <vt:lpstr>Courier New</vt:lpstr>
      <vt:lpstr>Segoe UI</vt:lpstr>
      <vt:lpstr>Bechtle Template 2024 Green</vt:lpstr>
      <vt:lpstr>Bechtle Template 2024 Lime</vt:lpstr>
      <vt:lpstr>Bechtle Template 2024 Bright Blue</vt:lpstr>
      <vt:lpstr>Bechtle Template 2024 Straight Blue</vt:lpstr>
      <vt:lpstr>think-cell Folie</vt:lpstr>
      <vt:lpstr>Bechtle  Design-Kit Einleitung.</vt:lpstr>
      <vt:lpstr>In dieser Datei findest du</vt:lpstr>
      <vt:lpstr>Textebenen und die  Bechtle Firmierung (Fußzeile).</vt:lpstr>
      <vt:lpstr>Layouts und Farbvarianten.</vt:lpstr>
      <vt:lpstr>Farbleitfaden und Verwendung.</vt:lpstr>
      <vt:lpstr>Bildplatzhalter und Bilder ersetzen.</vt:lpstr>
      <vt:lpstr>Raster und Führungslinien.</vt:lpstr>
      <vt:lpstr>Shortcuts</vt:lpstr>
      <vt:lpstr>Toolbox</vt:lpstr>
      <vt:lpstr>Dies ist der mehrzeilige Titel Ihrer Präsentation.</vt:lpstr>
      <vt:lpstr>Dies ist der mehrzeilige Titel Ihrer Präsentation.</vt:lpstr>
      <vt:lpstr>Dies ist der mehrzeilige Titel Ihrer Präsentation.</vt:lpstr>
      <vt:lpstr>Dies ist der mehrzeilige Titel Ihrer Präsentation.</vt:lpstr>
      <vt:lpstr>Dies ist der mehrzeilige Titel Ihrer Präsentation.</vt:lpstr>
      <vt:lpstr>Agenda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Dies ist eine  Kapiteltrenner Folie.</vt:lpstr>
      <vt:lpstr>Dies ist eine  Kapiteltrenner Folie.</vt:lpstr>
      <vt:lpstr>Dies ist eine  Kapiteltrenner Folie.</vt:lpstr>
      <vt:lpstr>Integrieren Sie IT. Gestalten Sie die Zukunft.</vt:lpstr>
      <vt:lpstr>Überzeugender Titel, um  dein Thema zu unterstützen.</vt:lpstr>
      <vt:lpstr>Überzeugende Themenüberschrift.</vt:lpstr>
      <vt:lpstr>Kurzer Titel.</vt:lpstr>
      <vt:lpstr>Überzeugender Titel, um  dein Thema zu unterstützen.</vt:lpstr>
      <vt:lpstr>Überzeugende Themenüberschrift.</vt:lpstr>
      <vt:lpstr>Überzeugender Titel, um  dein Thema zu unterstützen.</vt:lpstr>
      <vt:lpstr>PowerPoint Presentation</vt:lpstr>
      <vt:lpstr>Überzeugender Titel, um dein Thema zu unterstützen.</vt:lpstr>
      <vt:lpstr>Überzeugender Titel, um  dein Thema zu unterstützen.</vt:lpstr>
      <vt:lpstr>PowerPoint Presentation</vt:lpstr>
      <vt:lpstr>Überzeugender Titel, um dein Thema zu unterstützen.</vt:lpstr>
      <vt:lpstr>PowerPoint Presentation</vt:lpstr>
      <vt:lpstr>Überzeugender Titel, um  dein Thema zu unterstützen.</vt:lpstr>
      <vt:lpstr>PowerPoint Presentation</vt:lpstr>
      <vt:lpstr>Überzeugende Themenüberschrift.</vt:lpstr>
      <vt:lpstr>Überzeugende Themenüberschrift.</vt:lpstr>
      <vt:lpstr>Überzeugende Themenüberschrift.</vt:lpstr>
      <vt:lpstr>PowerPoint Presentation</vt:lpstr>
      <vt:lpstr>PowerPoint Presentation</vt:lpstr>
      <vt:lpstr>Überzeugende Themenüberschrift.</vt:lpstr>
      <vt:lpstr>Themen- überschrift.</vt:lpstr>
      <vt:lpstr>PowerPoint Presentation</vt:lpstr>
      <vt:lpstr>Überschrift mit einem  schönen Icon.</vt:lpstr>
      <vt:lpstr>Überschrift mit einem schönen Icon.</vt:lpstr>
      <vt:lpstr>Überzeugende Kernbotschaft oder Zitat um Ihre Präsentation zu unterstützen.</vt:lpstr>
      <vt:lpstr>“Bechtle ist einer der erfolgreichsten IT-Dienstleister in Europa und steht seit 41 Jahren für IT-Kompetenz, Partnerschaft und Zukunftsorientierung.“ </vt:lpstr>
      <vt:lpstr>Icon-Folie mit  acht möglichen Themen.</vt:lpstr>
      <vt:lpstr>Icon-Folie  mit größerer Überschrift.</vt:lpstr>
      <vt:lpstr>Drei Themen  mit Icons.</vt:lpstr>
      <vt:lpstr>Vier lineare Themen  mit Symbolen.</vt:lpstr>
      <vt:lpstr>Fünf Themen  mit Icons.</vt:lpstr>
      <vt:lpstr>Drei Teile, die zu einem  hervorgehobenen Thema führen.</vt:lpstr>
      <vt:lpstr>Zwei Einflüsse die ein hervorgehobenes Thema bilden.</vt:lpstr>
      <vt:lpstr>Drei Themen mit Kontrollkästchen.</vt:lpstr>
      <vt:lpstr>SWOT-Analyse.</vt:lpstr>
      <vt:lpstr>PowerPoint Presentation</vt:lpstr>
      <vt:lpstr>Wichtige  Leistungsindikatoren.</vt:lpstr>
      <vt:lpstr>Wichtige Leistungs-indikatoren.</vt:lpstr>
      <vt:lpstr>Wichtige Leistungs-indikatoren.</vt:lpstr>
      <vt:lpstr>PowerPoint Presentation</vt:lpstr>
      <vt:lpstr>Projekt-Dashboard mit Abschlussindikatoren.</vt:lpstr>
      <vt:lpstr>Projekt-Dashboard mit  Abschlussindikatoren.</vt:lpstr>
      <vt:lpstr>Themenvergleich, prozentuale Indikatoren.</vt:lpstr>
      <vt:lpstr>Flächendiagramm.</vt:lpstr>
      <vt:lpstr>Säulendiagramm.</vt:lpstr>
      <vt:lpstr>Säulendiagramm.</vt:lpstr>
      <vt:lpstr>Säulendiagramm mit Liniendiagramm.</vt:lpstr>
      <vt:lpstr>Liniendiagramme.</vt:lpstr>
      <vt:lpstr>Linien-diagramme in einem Raster.</vt:lpstr>
      <vt:lpstr>Highlight Liniendiagramm über die gesamte Folie.</vt:lpstr>
      <vt:lpstr>Liniendiagramm Vergleich.</vt:lpstr>
      <vt:lpstr>Balkendiagramm.</vt:lpstr>
      <vt:lpstr>Highlight Säulendiagramm.</vt:lpstr>
      <vt:lpstr>Säulendiagramm Vergleich.</vt:lpstr>
      <vt:lpstr>Gestapeltes Balkendiagramm mit Farbzuordnung.</vt:lpstr>
      <vt:lpstr>234 million</vt:lpstr>
      <vt:lpstr>Ring-Diagramm.</vt:lpstr>
      <vt:lpstr>Ring-Diagramm.</vt:lpstr>
      <vt:lpstr>Ring-Diagramm  Vergleich.</vt:lpstr>
      <vt:lpstr>Pyramidendiagramm fünf Ebenen.</vt:lpstr>
      <vt:lpstr>Pyramidendiagramm drei Ebenen.</vt:lpstr>
      <vt:lpstr>Trichter-Diagramm fünf Ebenen.</vt:lpstr>
      <vt:lpstr>Trichter-Diagramm vier Ebenen.</vt:lpstr>
      <vt:lpstr>Trichter-Diagramm drei Ebenen.</vt:lpstr>
      <vt:lpstr>Trichter-Diagramm drei Ebenen.</vt:lpstr>
      <vt:lpstr>Trichter-Diagramm fünf Ebenen.</vt:lpstr>
      <vt:lpstr>Trichter-Diagramm.</vt:lpstr>
      <vt:lpstr>Trichter-Diagramm.</vt:lpstr>
      <vt:lpstr>Schnittpunkt mit zwei Themen.</vt:lpstr>
      <vt:lpstr>Schnittpunkt mit drei Themen.</vt:lpstr>
      <vt:lpstr>Projektplan für  das ganze Jahr.</vt:lpstr>
      <vt:lpstr>Projektplan  Halbjahr.</vt:lpstr>
      <vt:lpstr>Linearer Prozess Projektschritte.</vt:lpstr>
      <vt:lpstr>Linearer Prozess Drei-Schritte-Highlight.</vt:lpstr>
      <vt:lpstr>Linearer Prozess fünf Schritte.</vt:lpstr>
      <vt:lpstr>Klassischer Zeitstrahl oder  lineare Prozessschritte.</vt:lpstr>
      <vt:lpstr>Kreislauf in  vier Schritten.</vt:lpstr>
      <vt:lpstr>Kreislauf in  sechs Schritten.</vt:lpstr>
      <vt:lpstr>Kreislauf in  acht Schritten.</vt:lpstr>
      <vt:lpstr>Kreislauf in  vier Schritten.</vt:lpstr>
      <vt:lpstr>Kreislauf in  sechs Schritten.</vt:lpstr>
      <vt:lpstr>Standard Tabelle.</vt:lpstr>
      <vt:lpstr>Checkbox Tabelle.</vt:lpstr>
      <vt:lpstr>Tabelle Projektübersicht und Kontrollkästchen.</vt:lpstr>
      <vt:lpstr>Themen-überschrift.</vt:lpstr>
      <vt:lpstr>Themen-überschrift.</vt:lpstr>
      <vt:lpstr>Editierbare  Deutschlandkarte.</vt:lpstr>
      <vt:lpstr>Editierbare  Europakarte.</vt:lpstr>
      <vt:lpstr>IT-Systemhäuser  &amp; Managed Services.</vt:lpstr>
      <vt:lpstr>IT-System- häuser &amp;  Managed  Services.</vt:lpstr>
      <vt:lpstr>Standorte in  Deutschland.</vt:lpstr>
      <vt:lpstr>Standorte in  der Schweiz.</vt:lpstr>
      <vt:lpstr>Standorte in  Österreich.</vt:lpstr>
      <vt:lpstr>Standorte in den  Niederlanden.</vt:lpstr>
      <vt:lpstr>Standorte in  Frankreich.</vt:lpstr>
      <vt:lpstr>Standorte in  Italien.</vt:lpstr>
      <vt:lpstr>Standorte im  Vereinigten Königreich.</vt:lpstr>
      <vt:lpstr>Standorte in  Ireland.</vt:lpstr>
      <vt:lpstr>Standorte in  Spanien.</vt:lpstr>
      <vt:lpstr>Standorte in  Portugal.</vt:lpstr>
      <vt:lpstr>Standorte in  Belgien.</vt:lpstr>
      <vt:lpstr>Standorte in  Polen.</vt:lpstr>
      <vt:lpstr>Standorte in  Tschechien.</vt:lpstr>
      <vt:lpstr>Standorte in  Ungarn.</vt:lpstr>
      <vt:lpstr>Editierbare  Weltkarte.</vt:lpstr>
      <vt:lpstr>Organigramm mit Farbzuordnung.</vt:lpstr>
      <vt:lpstr>Organigramm mit Farbzuordnung.</vt:lpstr>
      <vt:lpstr>Name Familienname</vt:lpstr>
      <vt:lpstr>Das Team</vt:lpstr>
      <vt:lpstr>Geräte Mockups</vt:lpstr>
      <vt:lpstr>Smartphone Mockup  mit Bildplatzhalter.</vt:lpstr>
      <vt:lpstr>Tablet Mockup  mit Bildplatzhalter.</vt:lpstr>
      <vt:lpstr>Laptop 16:10 Mockup  mit Bildplatzhalter.</vt:lpstr>
      <vt:lpstr>Desktop 16:9 Mockup  mit Bildplatzhalter.</vt:lpstr>
      <vt:lpstr>Smartphone Mockup  mit Bildplatzhalter und farbigem Highlight.</vt:lpstr>
      <vt:lpstr>Tablet Mockup  mit Bildplatzhalter  und farbigem Highlight.</vt:lpstr>
      <vt:lpstr>Laptop 16:10 Mockup auf farbigem Highlight.</vt:lpstr>
      <vt:lpstr>Desktop 16:9 Mockup auf farbigem Highlight.</vt:lpstr>
      <vt:lpstr>Geräte Mockups mit Flächen zum rauskopieren und selbst bauen</vt:lpstr>
      <vt:lpstr>Green</vt:lpstr>
      <vt:lpstr>Abschnitt Green Gestaltungsbeispiel.</vt:lpstr>
      <vt:lpstr>Integrieren Sie IT. Gestalten Sie die Zukunft.</vt:lpstr>
      <vt:lpstr>PowerPoint Presentation</vt:lpstr>
      <vt:lpstr>PowerPoint Presentation</vt:lpstr>
      <vt:lpstr>Überzeugender Titel, um  dein Thema zu unterstützen.</vt:lpstr>
      <vt:lpstr>Wir formen die  digitale Zukunft.</vt:lpstr>
      <vt:lpstr>Highlight Säulendiagramm.</vt:lpstr>
      <vt:lpstr>Wir formen die  digitale Zukunft.</vt:lpstr>
      <vt:lpstr>Smartphone Mockup  mit Bildplatzhalter und farbigem Highlight</vt:lpstr>
      <vt:lpstr>Animationen erstellen</vt:lpstr>
      <vt:lpstr>Animationen übertragen / animierte Folien ändern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</vt:lpstr>
      <vt:lpstr>Editierbare  Deutschlandkarte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Schritte.</vt:lpstr>
      <vt:lpstr>Editierbare  Deutschlandkarte.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Schritte.</vt:lpstr>
      <vt:lpstr>Editierbare  Deutschlandkarte.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Schritte.</vt:lpstr>
      <vt:lpstr>Editierbare  Deutschlandkarte.</vt:lpstr>
      <vt:lpstr>Verwendung von Icons.</vt:lpstr>
      <vt:lpstr>PowerPoint Presentation</vt:lpstr>
      <vt:lpstr>PowerPoint Presentation</vt:lpstr>
      <vt:lpstr>PowerPoint Presentation</vt:lpstr>
      <vt:lpstr>Verwendung von Illustrationen.</vt:lpstr>
      <vt:lpstr>PowerPoint Presentation</vt:lpstr>
      <vt:lpstr>PowerPoint Presentation</vt:lpstr>
      <vt:lpstr>PowerPoint Presentation</vt:lpstr>
      <vt:lpstr>PowerPoint Presentation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Wir formen die  digitale Zukunft.</vt:lpstr>
      <vt:lpstr>Wir formen die  digitale Zukunft.</vt:lpstr>
      <vt:lpstr>Ring-Diagramm.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Beck, Yannick</dc:creator>
  <cp:lastModifiedBy>Beck, Yannick</cp:lastModifiedBy>
  <cp:revision>1</cp:revision>
  <dcterms:created xsi:type="dcterms:W3CDTF">2026-06-16T12:43:13Z</dcterms:created>
  <dcterms:modified xsi:type="dcterms:W3CDTF">2026-06-16T12:44:33Z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0x0101002BD07AFCF27A6043AB5111E63E73BC44</vt:lpwstr>
  </property>
  <property fmtid="{D5CDD505-2E9C-101B-9397-08002B2CF9AE}" pid="3" name="MediaServiceImageTags">
    <vt:lpwstr/>
  </property>
</Properties>
</file>