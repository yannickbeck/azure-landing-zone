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Azure Landing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FD3FF"/>
                </a:solidFill>
                <a:latin typeface="Calibri"/>
              </a:rPr>
              <a:t>Architektur, Umsetzungsstand &amp; Beratung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4D9"/>
                </a:solidFill>
                <a:latin typeface="Calibri"/>
              </a:rPr>
              <a:t>Kickoff · 15.06.2026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Was ist eine Azure Landing Zone &amp; Ziele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Zielarchitektur und Management-Group-Hierarchie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Domänen: Governance, Identity, Management, Security, Connectivity, Landing Zones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Infrastructure as Code &amp; CI/CD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Umsetzungsstand &amp; Roadmap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Entscheidungs- und Beratungspunkte (gemeinsam)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Nächste Schritte / Smoke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Was ist eine Azure Landing Zone?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Standardisiertes, richtliniengesteuertes Fundament für Workloads in Azure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Liefert von Tag 1: Governance, Netzwerk, Identität, Security, Monitoring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43A5E"/>
                </a:solidFill>
                <a:latin typeface="Calibri"/>
              </a:rPr>
              <a:t>– Skalierungseinheit ist die Subscription – Workloads in dedizierten Landing Zones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43A5E"/>
                </a:solidFill>
                <a:latin typeface="Calibri"/>
              </a:rPr>
              <a:t>– Leitplanken zentral per Azure Policy, nicht pro Ressource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Vollständig als Code (Bicep / Azure Verified Modules), per Pipeline reproduzierbar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Ergebnis: schneller, sicherer, konsistenter Onboarding-Prozess für neue Workloads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Design-Prinzipien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Richtliniengesteuerte Governance (Guardrails auf MG-Ebene)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Einheitliche Steuerungsebene &amp; zentrales Logging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Sicherheit von Grund auf (Defender, Segmentierung, Private DNS)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Automatisierung &amp; Wiederholbarkeit (IaC, What-If, CI/CD)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A5E"/>
                </a:solidFill>
                <a:latin typeface="Calibri"/>
              </a:rPr>
              <a:t>• Modulare Erweiterbarkeit je Domäne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Zielarchitektur – Management-Group-Hierarchie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43A5E"/>
                </a:solidFill>
                <a:latin typeface="Consolas"/>
              </a:rPr>
              <a:t>Tenant Root
└─ alz (Intermediate Root)
    ├─ alz-platform → connectivity · identity · management · security
    ├─ alz-landingzones → corp · online · local
    ├─ alz-sandbox (lockere Policies)
    └─ alz-decommissioned (gesperrt)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5E5C"/>
                </a:solidFill>
                <a:latin typeface="Calibri"/>
              </a:rPr>
              <a:t>Primär: Germany West Central · Sekundär: North Europe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Management Groups · Policy ·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MG-Hierarchie per Bicep auf Tenant-Ebene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Guardrails: Allowed Locations · Require-RG-Tag · Storage-HTTPS (Deny)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Corp: keine Public IPs an NICs · Decommissioned: Neuanlage gesperrt · Sandbox: Tag-Ausnahme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RBAC-Modul: Owner/Contributor/Reader an Entra-Gruppen je MG (Object-IDs durch Kunde)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Erweiterbar auf das vollständige ALZ-Policy-Set / Compliance-Frameworks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Plattform-Domäne (Roadmap)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Management Group alz-platform-identity &amp; Identity-Subscription vorgesehen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Geplant: Entra-ID-Diagnose → Log Analytics, rollenbasierte Zugriffe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Optional: hybride Anbindung / Domänendienste je nach Anforderung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243A5E"/>
                </a:solidFill>
                <a:latin typeface="Calibri"/>
              </a:rPr>
              <a:t>– Ausprägung wird im Kickoff abgestimmt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Management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Zentrale Protokollierung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Log Analytics Workspace (365 Tage Aufbewahrung)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Data Collection Rules: VM Insights · Change Tracking · Defender-for-SQL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User-Assigned Managed Identity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Microsoft Sentinel &amp; Automation Account per Schalter zuschaltbar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Microsoft Defender for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Defender-Pläne: VMs · Storage · Key Vault · ARM · Container · App Service · SQL · DB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Security Contacts mit Alarm-Benachrichtigung (Schweregrad-Schwelle)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Activity-Log je Subscription → Log Analytics (Administrative, Security, Policy …)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Tier Standard/Free konfigurierbar · Sentinel-Onboarding vorbereitet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Hub-and-Spoke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Hub-VNets: 10.0.0.0/22 (GWC) &amp; 10.1.0.0/22 (NE), bidirektional gepeert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Azure Firewall + Policy (DNS-Proxy, Azure-DNS, NTP, AzureCloud, Windows-Update; sonst Deny)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Azure Bastion · 37 Private DNS Zones · DNS Private Resolver (optional)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Spokes leiten ausgehenden Verkehr per Route Table über die Firewall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3A5E"/>
                </a:solidFill>
                <a:latin typeface="Calibri"/>
              </a:rPr>
              <a:t>• VPN/ExpressRoute-Gateway &amp; DDoS vorbereitet (standardmäßig aus)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Landing Zones &amp; Subscription Vending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Spoke-VNet je Workload: Route Table → Firewall, Hub-Peering, Private-DNS-Links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Segmente: corp (intern) · online (internetseitig) · local (souverän)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Subscription Vending (AVM): automatische Platzierung in die richtige MG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Default Placement-Modus · Neuanlage optional (EA/MCA-Billing)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Infrastructure as Code &amp;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Bicep + Azure Verified Modules (Microsoft-Registry)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deploy.ps1: gestaffelte Schritte + optionale Schalter (Spoke, Vending, Security)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GitHub Actions: validate · what-if · preflight · deploy (nach Scope gated)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Passwortlose OIDC-Anmeldung (Federated Identity), Umgebung 'production'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Alle Templates bauen fehlerfrei (0 Errors / 0 Warnings)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Umsetzungsstand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108960"/>
              </a:tblGrid>
              <a:tr h="5283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Domäne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Management Groups, Governance, 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Logging /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Security-Baseline (Defender, Contacts, Activity-Log)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Hub-Networking, Firewall, Bastion, DNS, Peering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Spoke-Template &amp; Subscription Vending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CI/CD + OIDC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8D4"/>
                          </a:solidFill>
                        </a:rPr>
                        <a:t>Umgesetzt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Identity-Ressourcen / Sentinel-Connectors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05E5C"/>
                          </a:solidFill>
                        </a:rPr>
                        <a:t>Roadmap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A5E"/>
                          </a:solidFill>
                        </a:rPr>
                        <a:t>VPN/ExpressRoute · DDoS · Virtual 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05E5C"/>
                          </a:solidFill>
                        </a:rPr>
                        <a:t>Vorbereitet / optional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Roadmap / nächste Schritte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Smoke Run im Kunden-Tenant (What-If → MGs → Logging → Networking)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Identity-Domäne ausgestalten (Entra-Diagnose, hybride Anbindung)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Sentinel-Onboarding (Data Connectors, Analyseregeln)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On-Prem-Konnektivität aktivieren (VPN / ExpressRoute)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Governance bei Bedarf auf volles ALZ-Policy-Set erweitern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43A5E"/>
                </a:solidFill>
                <a:latin typeface="Calibri"/>
              </a:rPr>
              <a:t>• Härtung: Resource Locks, erweiterte Diagnostics, Cost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Entscheidungs- &amp; Beratungspunkte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5E5C"/>
                </a:solidFill>
                <a:latin typeface="Calibri"/>
              </a:rPr>
              <a:t>Gemeinsam im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Calibri"/>
              </a:rPr>
              <a:t>Azure Landing Zone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Netzwerk-Topologie (Hub-Spoke vs. vWAN)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IP-Adresskonzept / On-Prem-Overlap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Regionen &amp; Datenresidenz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On-Prem-Anbindung: VPN vs. ExpressRoute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DDoS Protection (Kostenfaktor)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Identity: Entra-only /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RBAC-Modell &amp; Entra-Gruppen (PIM)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Policy-Tiefe / Compliance-Frameworks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Defender-Tier (Standard vs. Free)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Sentinel-Onboarding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Subscription Vending: Placement vs. Neuanlage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3A5E"/>
                </a:solidFill>
                <a:latin typeface="Calibri"/>
              </a:rPr>
              <a:t>• Log-Aufbewahrung &amp; Kosten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Vielen Dank – Fragen &amp; Diskussion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D3FF"/>
                </a:solidFill>
                <a:latin typeface="Calibri"/>
              </a:rPr>
              <a:t>Nächster Schritt: Smoke Run im Kunden-Tenant (risikofrei, beginnend mit What-If)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