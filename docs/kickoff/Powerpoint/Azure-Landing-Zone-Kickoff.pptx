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Azure Landing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FD3FF"/>
                </a:solidFill>
                <a:latin typeface="Calibri"/>
              </a:rPr>
              <a:t>Architektur, Umsetzungsstand &amp; Beratung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4D9"/>
                </a:solidFill>
                <a:latin typeface="Calibri"/>
              </a:rPr>
              <a:t>Kickoff · 16.06.2026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Was ist eine Azure Landing Zone &amp; Ziele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Zielarchitektur und Management-Group-Hierarchie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Domänen: Governance, Identity, Management, Security, Connectivity, Landing Zones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Infrastructure as Code &amp; CI/CD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Umsetzungsstand &amp; Roadmap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Entscheidungs- und Beratungspunkte (gemeinsam)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Nächste Schritte / Smoke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Was ist eine Azure Landing Zone?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Standardisiertes, richtliniengesteuertes Fundament für Workloads in Azure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Liefert von Tag 1: Governance, Netzwerk, Identität, Security, Monitoring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43A5E"/>
                </a:solidFill>
                <a:latin typeface="Calibri"/>
              </a:rPr>
              <a:t>– Skalierungseinheit ist die Subscription – Workloads in dedizierten Landing Zones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43A5E"/>
                </a:solidFill>
                <a:latin typeface="Calibri"/>
              </a:rPr>
              <a:t>– Leitplanken zentral per Azure Policy, nicht pro Ressource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Vollständig als Code (Bicep / Azure Verified Modules), per Pipeline reproduzierbar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Ergebnis: schneller, sicherer, konsistenter Onboarding-Prozess für neue Workloads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Design-Prinzipien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Richtliniengesteuerte Governance (Guardrails auf MG-Ebene)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Einheitliche Steuerungsebene &amp; zentrales Logging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Sicherheit von Grund auf (Defender, Segmentierung, Private DNS)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Automatisierung &amp; Wiederholbarkeit (IaC, What-If, CI/CD)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Modulare Erweiterbarkeit je Domäne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Zielarchitektur – Management-Group-Hierarchie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43A5E"/>
                </a:solidFill>
                <a:latin typeface="Consolas"/>
              </a:rPr>
              <a:t>Tenant Root
└─ alz (Intermediate Root)
    ├─ alz-platform → connectivity · identity · management · security
    ├─ alz-landingzones → corp · online · local
    ├─ alz-sandbox (lockere Policies)
    └─ alz-decommissioned (gesperrt)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5E5C"/>
                </a:solidFill>
                <a:latin typeface="Calibri"/>
              </a:rPr>
              <a:t>Primär: Germany West Central · Sekundär: North Europe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Volles ALZ-Policy-Set (offizieller Accelerator)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12 Management Groups + volles ALZ-Set: 149 Policy-Definitionen · 42 Initiativen · 123 Assignments · 5 Custom-Rollen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alz (Root): 17 Assignments – v. a. Defender-Onboarding, Activity-Log/Diagnose, Compute Security Baseline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landingzones: 53 · platform: 40 · corp: 5 (Deny Public Endpoints/IP, Hybrid Networking, Private DNS)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DeployIfNotExists/Modify legen Remediation-Identities automatisch 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RBAC: 5 Custom-Rollen + Zuweisung an Entra-Gruppen je MG (Object-IDs durch Kunde)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Plattform-Domäne (Roadmap)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Management Group alz-platform-identity &amp; Identity-Subscription vorgesehen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Geplant: Entra-ID-Diagnose → Log Analytics, rollenbasierte Zugriffe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Optional: hybride Anbindung / Domänendienste je nach Anforderung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43A5E"/>
                </a:solidFill>
                <a:latin typeface="Calibri"/>
              </a:rPr>
              <a:t>– Ausprägung wird im Kickoff abgestimmt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Management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Zentrale Protokollierung (avm/ptn/alz/ama)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AMA-Pattern (Azure Monitor Agent) statt eigener DCR-Logik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Log Analytics Workspace (365 Tage, PerGB2018)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3 Data Collection Rules: VM Insights · Change Tracking · Defender-for-SQL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User-Assigned Managed Identity · ChangeTracking-Solution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Automation Account &amp; Microsoft Sentinel per Schalter zuschaltbar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Defender for Cloud – automatisch via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Kein eigenes Security-Template mehr – Onboarding über Deploy-MDFC-* Assignments auf alz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Deploy-MDFC-Config · Deploy-MDEndpoints · Deploy-MDFC-OssDb · Deploy-MDFC-SqlAtp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Activity-Log/Diagnose je Subscription → Log Analytics · Compute Security Baseline (Enforce-ACSB)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Defender-Pläne auf Standard-Tier (kostenpflichtig, pro Ressource) · Sentinel vorbereitet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Hub-and-Spoke · Microsoft-Default = alles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2 Hub-VNets: 10.0.0.0/22 (GWC) &amp; 10.1.0.0/22 (NE), bidirektional gepeert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Default aktiviert ALLE Dienste in BEIDEN Regionen: 2x Firewall · 2x Bastion · 2x VPN GW · 2x ER GW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DDoS Network Protection (Hub 1) · 2x DNS Private Resolver · Private DNS Zones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Summe Default ≈ €5.800/Monat (DDoS ~€2.500 davon)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Kostenarm: network_type=none (nur MGs+Policies+Logging) oder deploy*-Schalter aus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Landing Zones &amp; Subscription-Platzierung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Spoke-VNet je Workload: Route Table → Firewall, Hub-Peering, Private-DNS-Links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Segmente: corp (intern) · online (internetseitig) · local (souverän)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Platzierung über die Accelerator-MG-Struktur &amp; Bootstrap (kein eigenes Vending-Template)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Bestehende Subscriptions einhängen → erben Policies/RBAC · Single-Subscription möglich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Infrastructure as Code &amp;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Offizieller Accelerator (Deploy-Accelerator)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Bicep + 22 Azure Verified Modules (Microsoft-Registry)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Bootstrap (Phase 0): erstellt GitHub-Repo, passwortloses OIDC &amp; Pipelines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Deploy-Accelerator liest config/inputs-github.yaml + platform-landing-zone.yaml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18 geordnete Deploy-Stufen (Governance → Logging → Networking) über generierte Pipelines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What-If vorab, Apply über Approval-Gate · Runbook: docs/ACCELERATOR-BOOTSTRAP.md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Umsetzungsstand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Basiert auf offiziellem Microsoft-Accelerator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108960"/>
              </a:tblGrid>
              <a:tr h="5283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Domäne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Management Groups (12) + volles ALZ-Policy-Set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RBAC (5 Custom-Rollen + Zuweisungen)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Logging via avm/ptn/alz/ama (LAW, 3 DCRs, MI)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Defender for Cloud (via Deploy-MDFC-* Policies)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Hub-Networking (FW, Bastion, GW, DDoS, DNS)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05E5C"/>
                          </a:solidFill>
                        </a:rPr>
                        <a:t>Umgesetzt (Default an)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Bootstrap + generierte Pipelines + OIDC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Identity-Ressourcen / Sentinel-Connectors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05E5C"/>
                          </a:solidFill>
                        </a:rPr>
                        <a:t>Roadmap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Virtual WAN (Alternative)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05E5C"/>
                          </a:solidFill>
                        </a:rPr>
                        <a:t>Vorbereitet / optional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Roadmap / nächste Schritte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Bootstrap im Kunden-Tenant ausführen (Deploy-Accelerator), dann What-If → Apply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Netzwerk-Scope festlegen: voller Default (~€5.800/Mon.) vs. kostenarm (network_type=none / Schalter aus)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Guardrail-Initiativen mit DoNotEnforce nach Compliance scharfschalten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Identity-Domäne ausgestalten (Entra-Diagnose, hybride Anbindung)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Sentinel-Onboarding (Data Connectors, Analyseregeln)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On-Prem-Konnektivität abstimmen (VPN / ExpressRoute)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Entscheidungs- &amp; Beratungspunkte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Gemeinsam im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Netzwerk-Scope &amp; Kosten (Default ~€5.800 vs. kostenarm)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Netzwerk-Topologie (Hub-Spoke vs. vWAN)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IP-Adresskonzept / On-Prem-Overlap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Regionen &amp; Datenresidenz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On-Prem-Anbindung: VPN vs. ExpressRoute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DDoS Protection (Default an, Kostenfaktor)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RBAC-Modell &amp; Entra-Gruppen (PIM)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Guardrail-Enforcement (DoNotEnforce scharfschalten)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Defender-Tier (Standard vs. Free)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Sentinel-Onboarding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Single- vs. Multi-Subscription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Log-Aufbewahrung &amp; Kosten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Vielen Dank – Fragen &amp; Diskussion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D3FF"/>
                </a:solidFill>
                <a:latin typeface="Calibri"/>
              </a:rPr>
              <a:t>Nächster Schritt: Bootstrap im Kunden-Tenant (Deploy-Accelerator), dann What-If → Apply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